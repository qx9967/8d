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>
  <p:sldMasterIdLst>
    <p:sldMasterId id="2147483648" r:id="rId1"/>
    <p:sldMasterId id="2147483650" r:id="rId3"/>
  </p:sldMasterIdLst>
  <p:notesMasterIdLst>
    <p:notesMasterId r:id="rId5"/>
  </p:notesMasterIdLst>
  <p:handoutMasterIdLst>
    <p:handoutMasterId r:id="rId20"/>
  </p:handoutMasterIdLst>
  <p:sldIdLst>
    <p:sldId id="353" r:id="rId4"/>
    <p:sldId id="349" r:id="rId6"/>
    <p:sldId id="567" r:id="rId7"/>
    <p:sldId id="530" r:id="rId8"/>
    <p:sldId id="531" r:id="rId9"/>
    <p:sldId id="412" r:id="rId10"/>
    <p:sldId id="613" r:id="rId11"/>
    <p:sldId id="626" r:id="rId12"/>
    <p:sldId id="619" r:id="rId13"/>
    <p:sldId id="620" r:id="rId14"/>
    <p:sldId id="577" r:id="rId15"/>
    <p:sldId id="579" r:id="rId16"/>
    <p:sldId id="580" r:id="rId17"/>
    <p:sldId id="582" r:id="rId18"/>
    <p:sldId id="411" r:id="rId19"/>
  </p:sldIdLst>
  <p:sldSz cx="9144000" cy="5143500" type="screen16x9"/>
  <p:notesSz cx="6797675" cy="9926320"/>
  <p:custDataLst>
    <p:tags r:id="rId25"/>
  </p:custDataLst>
  <p:defaultTextStyle>
    <a:defPPr>
      <a:defRPr lang="de-DE"/>
    </a:defPPr>
    <a:lvl1pPr marL="0" lvl="0" indent="0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1pPr>
    <a:lvl2pPr marL="457200" lvl="1" indent="0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Font typeface="Arial" panose="020B0604020202020204" pitchFamily="34" charset="0"/>
      <a:buNone/>
      <a:defRPr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2pPr>
    <a:lvl3pPr marL="914400" lvl="2" indent="0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FontTx/>
      <a:buNone/>
      <a:defRPr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3pPr>
    <a:lvl4pPr marL="1371600" lvl="3" indent="0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Font typeface="Arial" panose="020B0604020202020204" pitchFamily="34" charset="0"/>
      <a:buNone/>
      <a:defRPr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4pPr>
    <a:lvl5pPr marL="1828800" lvl="4" indent="0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FontTx/>
      <a:buNone/>
      <a:defRPr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5pPr>
    <a:lvl6pPr marL="2286000" lvl="5" indent="0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FontTx/>
      <a:buNone/>
      <a:defRPr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6pPr>
    <a:lvl7pPr marL="2743200" lvl="6" indent="0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FontTx/>
      <a:buNone/>
      <a:defRPr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7pPr>
    <a:lvl8pPr marL="3200400" lvl="7" indent="0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FontTx/>
      <a:buNone/>
      <a:defRPr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8pPr>
    <a:lvl9pPr marL="3657600" lvl="8" indent="0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FontTx/>
      <a:buNone/>
      <a:defRPr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587" userDrawn="1">
          <p15:clr>
            <a:srgbClr val="A4A3A4"/>
          </p15:clr>
        </p15:guide>
        <p15:guide id="2" orient="horz" pos="2482" userDrawn="1">
          <p15:clr>
            <a:srgbClr val="A4A3A4"/>
          </p15:clr>
        </p15:guide>
        <p15:guide id="3" orient="horz" pos="1854" userDrawn="1">
          <p15:clr>
            <a:srgbClr val="A4A3A4"/>
          </p15:clr>
        </p15:guide>
        <p15:guide id="4" orient="horz" pos="123" userDrawn="1">
          <p15:clr>
            <a:srgbClr val="A4A3A4"/>
          </p15:clr>
        </p15:guide>
        <p15:guide id="5" orient="horz" pos="2990" userDrawn="1">
          <p15:clr>
            <a:srgbClr val="A4A3A4"/>
          </p15:clr>
        </p15:guide>
        <p15:guide id="6" orient="horz" pos="1204" userDrawn="1">
          <p15:clr>
            <a:srgbClr val="A4A3A4"/>
          </p15:clr>
        </p15:guide>
        <p15:guide id="7" pos="294" userDrawn="1">
          <p15:clr>
            <a:srgbClr val="A4A3A4"/>
          </p15:clr>
        </p15:guide>
        <p15:guide id="8" pos="2808" userDrawn="1">
          <p15:clr>
            <a:srgbClr val="A4A3A4"/>
          </p15:clr>
        </p15:guide>
        <p15:guide id="9" pos="3628" userDrawn="1">
          <p15:clr>
            <a:srgbClr val="A4A3A4"/>
          </p15:clr>
        </p15:guide>
        <p15:guide id="10" pos="1916" userDrawn="1">
          <p15:clr>
            <a:srgbClr val="A4A3A4"/>
          </p15:clr>
        </p15:guide>
        <p15:guide id="11" pos="5511" userDrawn="1">
          <p15:clr>
            <a:srgbClr val="A4A3A4"/>
          </p15:clr>
        </p15:guide>
        <p15:guide id="12" pos="21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QX" initials="Q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62135"/>
    <a:srgbClr val="E93B4D"/>
    <a:srgbClr val="EB4D5D"/>
    <a:srgbClr val="B2B2B2"/>
    <a:srgbClr val="5F5F5F"/>
    <a:srgbClr val="747474"/>
    <a:srgbClr val="A6A6A6"/>
    <a:srgbClr val="EAEAE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浅色样式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无样式，网格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BC89EF96-8CEA-46FF-86C4-4CE0E7609802}" styleName="浅色样式 3 - 强调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50" autoAdjust="0"/>
    <p:restoredTop sz="92733" autoAdjust="0"/>
  </p:normalViewPr>
  <p:slideViewPr>
    <p:cSldViewPr snapToObjects="1" showGuides="1">
      <p:cViewPr varScale="1">
        <p:scale>
          <a:sx n="160" d="100"/>
          <a:sy n="160" d="100"/>
        </p:scale>
        <p:origin x="312" y="138"/>
      </p:cViewPr>
      <p:guideLst>
        <p:guide orient="horz" pos="587"/>
        <p:guide orient="horz" pos="2482"/>
        <p:guide orient="horz" pos="1854"/>
        <p:guide orient="horz" pos="123"/>
        <p:guide orient="horz" pos="2990"/>
        <p:guide orient="horz" pos="1204"/>
        <p:guide pos="294"/>
        <p:guide pos="2808"/>
        <p:guide pos="3628"/>
        <p:guide pos="1916"/>
        <p:guide pos="5511"/>
        <p:guide pos="21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5.xml"/><Relationship Id="rId8" Type="http://schemas.openxmlformats.org/officeDocument/2006/relationships/slide" Target="slides/slide4.xml"/><Relationship Id="rId7" Type="http://schemas.openxmlformats.org/officeDocument/2006/relationships/slide" Target="slides/slide3.xml"/><Relationship Id="rId6" Type="http://schemas.openxmlformats.org/officeDocument/2006/relationships/slide" Target="slides/slide2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3" Type="http://schemas.openxmlformats.org/officeDocument/2006/relationships/slideMaster" Target="slideMasters/slideMaster2.xml"/><Relationship Id="rId25" Type="http://schemas.openxmlformats.org/officeDocument/2006/relationships/tags" Target="tags/tag7.xml"/><Relationship Id="rId24" Type="http://schemas.openxmlformats.org/officeDocument/2006/relationships/commentAuthors" Target="commentAuthors.xml"/><Relationship Id="rId23" Type="http://schemas.openxmlformats.org/officeDocument/2006/relationships/tableStyles" Target="tableStyles.xml"/><Relationship Id="rId22" Type="http://schemas.openxmlformats.org/officeDocument/2006/relationships/viewProps" Target="viewProps.xml"/><Relationship Id="rId21" Type="http://schemas.openxmlformats.org/officeDocument/2006/relationships/presProps" Target="presProps.xml"/><Relationship Id="rId20" Type="http://schemas.openxmlformats.org/officeDocument/2006/relationships/handoutMaster" Target="handoutMasters/handoutMaster1.xml"/><Relationship Id="rId2" Type="http://schemas.openxmlformats.org/officeDocument/2006/relationships/theme" Target="theme/theme1.xml"/><Relationship Id="rId19" Type="http://schemas.openxmlformats.org/officeDocument/2006/relationships/slide" Target="slides/slide15.xml"/><Relationship Id="rId18" Type="http://schemas.openxmlformats.org/officeDocument/2006/relationships/slide" Target="slides/slide14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defRPr sz="1200" noProof="1">
                <a:ea typeface="+mn-ea"/>
              </a:defRPr>
            </a:lvl1pPr>
          </a:lstStyle>
          <a:p>
            <a:pPr fontAlgn="auto">
              <a:defRPr/>
            </a:pPr>
            <a:endParaRPr lang="zh-CN" altLang="en-US" strike="noStrike" noProof="1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49688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fontAlgn="auto">
              <a:defRPr sz="1200" noProof="1" smtClean="0">
                <a:latin typeface="+mn-lt"/>
                <a:ea typeface="+mn-ea"/>
              </a:defRPr>
            </a:lvl1pPr>
          </a:lstStyle>
          <a:p>
            <a:pPr fontAlgn="auto">
              <a:defRPr/>
            </a:pPr>
            <a:fld id="{A3C5B812-213C-41AA-A978-FF3C521FD6B5}" type="datetimeFigureOut">
              <a:rPr lang="zh-CN" altLang="en-US" strike="noStrike" noProof="1">
                <a:latin typeface="+mn-lt"/>
                <a:ea typeface="+mn-ea"/>
                <a:cs typeface="+mn-cs"/>
              </a:rPr>
            </a:fld>
            <a:endParaRPr lang="zh-CN" altLang="en-US" strike="noStrike" noProof="1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9428163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defRPr sz="1200" noProof="1">
                <a:ea typeface="+mn-ea"/>
              </a:defRPr>
            </a:lvl1pPr>
          </a:lstStyle>
          <a:p>
            <a:pPr fontAlgn="auto">
              <a:defRPr/>
            </a:pPr>
            <a:endParaRPr lang="zh-CN" altLang="en-US" strike="noStrike" noProof="1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49688" y="9428163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fontAlgn="auto">
              <a:defRPr sz="1200" noProof="1" smtClean="0">
                <a:latin typeface="+mn-lt"/>
                <a:ea typeface="+mn-ea"/>
              </a:defRPr>
            </a:lvl1pPr>
          </a:lstStyle>
          <a:p>
            <a:pPr fontAlgn="auto">
              <a:defRPr/>
            </a:pPr>
            <a:fld id="{00A1BDC7-4EAF-4161-8C30-EA4F39A743B8}" type="slidenum">
              <a:rPr lang="zh-CN" altLang="en-US" strike="noStrike" noProof="1">
                <a:latin typeface="+mn-lt"/>
                <a:ea typeface="+mn-ea"/>
                <a:cs typeface="+mn-cs"/>
              </a:rPr>
            </a:fld>
            <a:endParaRPr lang="zh-CN" altLang="en-US" strike="noStrike" noProof="1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defRPr sz="1200" noProof="1">
                <a:ea typeface="+mn-ea"/>
              </a:defRPr>
            </a:lvl1pPr>
          </a:lstStyle>
          <a:p>
            <a:pPr fontAlgn="auto">
              <a:defRPr/>
            </a:pPr>
            <a:endParaRPr lang="en-US" strike="noStrike" noProof="1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49688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fontAlgn="auto">
              <a:defRPr sz="1200" noProof="1" smtClean="0">
                <a:latin typeface="+mn-lt"/>
                <a:ea typeface="+mn-ea"/>
              </a:defRPr>
            </a:lvl1pPr>
          </a:lstStyle>
          <a:p>
            <a:pPr fontAlgn="auto">
              <a:defRPr/>
            </a:pPr>
            <a:fld id="{3BCC47D5-4CCB-4FD9-BE4D-A20EA9B125BE}" type="datetimeFigureOut">
              <a:rPr lang="en-US" strike="noStrike" noProof="1">
                <a:latin typeface="+mn-lt"/>
                <a:ea typeface="+mn-ea"/>
                <a:cs typeface="+mn-cs"/>
              </a:rPr>
            </a:fld>
            <a:endParaRPr lang="en-US" strike="noStrike" noProof="1"/>
          </a:p>
        </p:txBody>
      </p:sp>
      <p:sp>
        <p:nvSpPr>
          <p:cNvPr id="6148" name="Folienbildplatzhalter 3"/>
          <p:cNvSpPr>
            <a:spLocks noGrp="1" noRot="1" noChangeAspect="1"/>
          </p:cNvSpPr>
          <p:nvPr>
            <p:ph type="sldImg"/>
          </p:nvPr>
        </p:nvSpPr>
        <p:spPr>
          <a:xfrm>
            <a:off x="90488" y="744538"/>
            <a:ext cx="6616700" cy="3722687"/>
          </a:xfrm>
          <a:prstGeom prst="rect">
            <a:avLst/>
          </a:prstGeom>
          <a:noFill/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6149" name="Notizenplatzhalter 4"/>
          <p:cNvSpPr>
            <a:spLocks noGrp="1"/>
          </p:cNvSpPr>
          <p:nvPr>
            <p:ph type="body" sz="quarter"/>
          </p:nvPr>
        </p:nvSpPr>
        <p:spPr>
          <a:xfrm>
            <a:off x="679450" y="4714875"/>
            <a:ext cx="5438775" cy="4467225"/>
          </a:xfrm>
          <a:prstGeom prst="rect">
            <a:avLst/>
          </a:prstGeom>
          <a:noFill/>
          <a:ln w="9525">
            <a:noFill/>
          </a:ln>
        </p:spPr>
        <p:txBody>
          <a:bodyPr vert="horz" lIns="91440" tIns="45720" rIns="91440" bIns="45720" anchor="t"/>
          <a:lstStyle/>
          <a:p>
            <a:pPr lvl="0"/>
            <a:r>
              <a:rPr lang="de-DE" altLang="zh-CN"/>
              <a:t>Textmasterformate durch Klicken bearbeiten</a:t>
            </a:r>
            <a:endParaRPr lang="de-DE" altLang="zh-CN"/>
          </a:p>
          <a:p>
            <a:pPr lvl="1" indent="0"/>
            <a:r>
              <a:rPr lang="de-DE" altLang="zh-CN"/>
              <a:t>Zweite Ebene</a:t>
            </a:r>
            <a:endParaRPr lang="de-DE" altLang="zh-CN"/>
          </a:p>
          <a:p>
            <a:pPr lvl="2" indent="0"/>
            <a:r>
              <a:rPr lang="de-DE" altLang="zh-CN"/>
              <a:t>Dritte Ebene</a:t>
            </a:r>
            <a:endParaRPr lang="de-DE" altLang="zh-CN"/>
          </a:p>
          <a:p>
            <a:pPr lvl="3" indent="0"/>
            <a:r>
              <a:rPr lang="de-DE" altLang="zh-CN"/>
              <a:t>Vierte Ebene</a:t>
            </a:r>
            <a:endParaRPr lang="de-DE" altLang="zh-CN"/>
          </a:p>
          <a:p>
            <a:pPr lvl="4" indent="0"/>
            <a:r>
              <a:rPr lang="de-DE" altLang="zh-CN"/>
              <a:t>Fünfte Ebene</a:t>
            </a:r>
            <a:endParaRPr lang="en-US" altLang="zh-CN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9428163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defRPr sz="1200" noProof="1">
                <a:ea typeface="+mn-ea"/>
              </a:defRPr>
            </a:lvl1pPr>
          </a:lstStyle>
          <a:p>
            <a:pPr fontAlgn="auto">
              <a:defRPr/>
            </a:pPr>
            <a:endParaRPr lang="en-US" strike="noStrike" noProof="1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49688" y="9428163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fontAlgn="auto">
              <a:defRPr sz="1200" noProof="1" smtClean="0">
                <a:latin typeface="+mn-lt"/>
                <a:ea typeface="+mn-ea"/>
              </a:defRPr>
            </a:lvl1pPr>
          </a:lstStyle>
          <a:p>
            <a:pPr fontAlgn="auto">
              <a:defRPr/>
            </a:pPr>
            <a:fld id="{65C7D2A2-CEB0-43A4-9C43-4FA1BEB50837}" type="slidenum">
              <a:rPr lang="en-US" strike="noStrike" noProof="1">
                <a:latin typeface="+mn-lt"/>
                <a:ea typeface="+mn-ea"/>
                <a:cs typeface="+mn-cs"/>
              </a:rPr>
            </a:fld>
            <a:endParaRPr lang="en-US" strike="noStrike" noProof="1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7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9218" name="备注占位符 2"/>
          <p:cNvSpPr>
            <a:spLocks noGrp="1"/>
          </p:cNvSpPr>
          <p:nvPr>
            <p:ph type="body"/>
          </p:nvPr>
        </p:nvSpPr>
        <p:spPr/>
        <p:txBody>
          <a:bodyPr wrap="square" lIns="91440" tIns="45720" rIns="91440" bIns="45720" anchor="t"/>
          <a:lstStyle/>
          <a:p>
            <a:pPr lvl="0">
              <a:spcBef>
                <a:spcPct val="0"/>
              </a:spcBef>
            </a:pPr>
            <a:endParaRPr lang="en-US" altLang="zh-CN" dirty="0"/>
          </a:p>
        </p:txBody>
      </p:sp>
      <p:sp>
        <p:nvSpPr>
          <p:cNvPr id="9219" name="灯片编号占位符 3"/>
          <p:cNvSpPr>
            <a:spLocks noGrp="1"/>
          </p:cNvSpPr>
          <p:nvPr>
            <p:ph type="sldNum" sz="quarter"/>
          </p:nvPr>
        </p:nvSpPr>
        <p:spPr>
          <a:xfrm>
            <a:off x="3849688" y="9428163"/>
            <a:ext cx="2946400" cy="496887"/>
          </a:xfrm>
          <a:prstGeom prst="rect">
            <a:avLst/>
          </a:prstGeom>
          <a:noFill/>
          <a:ln w="9525">
            <a:noFill/>
          </a:ln>
        </p:spPr>
        <p:txBody>
          <a:bodyPr vert="horz" wrap="square" lIns="91440" tIns="45720" rIns="91440" bIns="45720" anchor="b"/>
          <a:lstStyle/>
          <a:p>
            <a:pPr lvl="0" algn="r"/>
            <a:fld id="{9A0DB2DC-4C9A-4742-B13C-FB6460FD3503}" type="slidenum">
              <a:rPr lang="en-US" altLang="zh-CN" sz="1200">
                <a:latin typeface="Calibri" panose="020F0502020204030204" pitchFamily="34" charset="0"/>
                <a:ea typeface="宋体" panose="02010600030101010101" pitchFamily="2" charset="-122"/>
              </a:rPr>
            </a:fld>
            <a:endParaRPr lang="en-US" altLang="zh-CN" sz="1200" dirty="0">
              <a:latin typeface="Calibri" panose="020F0502020204030204" pitchFamily="34" charset="0"/>
              <a:ea typeface="宋体" panose="02010600030101010101" pitchFamily="2" charset="-122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7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9218" name="备注占位符 2"/>
          <p:cNvSpPr>
            <a:spLocks noGrp="1"/>
          </p:cNvSpPr>
          <p:nvPr>
            <p:ph type="body"/>
          </p:nvPr>
        </p:nvSpPr>
        <p:spPr/>
        <p:txBody>
          <a:bodyPr wrap="square" lIns="91440" tIns="45720" rIns="91440" bIns="45720" anchor="t"/>
          <a:lstStyle/>
          <a:p>
            <a:pPr lvl="0">
              <a:spcBef>
                <a:spcPct val="0"/>
              </a:spcBef>
            </a:pPr>
            <a:endParaRPr lang="en-US" altLang="zh-CN"/>
          </a:p>
        </p:txBody>
      </p:sp>
      <p:sp>
        <p:nvSpPr>
          <p:cNvPr id="9219" name="灯片编号占位符 3"/>
          <p:cNvSpPr>
            <a:spLocks noGrp="1"/>
          </p:cNvSpPr>
          <p:nvPr>
            <p:ph type="sldNum" sz="quarter"/>
          </p:nvPr>
        </p:nvSpPr>
        <p:spPr>
          <a:xfrm>
            <a:off x="3849688" y="9428163"/>
            <a:ext cx="2946400" cy="496887"/>
          </a:xfrm>
          <a:prstGeom prst="rect">
            <a:avLst/>
          </a:prstGeom>
          <a:noFill/>
          <a:ln w="9525">
            <a:noFill/>
          </a:ln>
        </p:spPr>
        <p:txBody>
          <a:bodyPr vert="horz" wrap="square" lIns="91440" tIns="45720" rIns="91440" bIns="45720" anchor="b"/>
          <a:lstStyle/>
          <a:p>
            <a:pPr lvl="0" algn="r"/>
            <a:fld id="{9A0DB2DC-4C9A-4742-B13C-FB6460FD3503}" type="slidenum">
              <a:rPr lang="en-US" altLang="zh-CN" sz="1200">
                <a:latin typeface="Calibri" panose="020F0502020204030204" pitchFamily="34" charset="0"/>
                <a:ea typeface="宋体" panose="02010600030101010101" pitchFamily="2" charset="-122"/>
              </a:rPr>
            </a:fld>
            <a:endParaRPr lang="en-US" altLang="zh-CN" sz="1200">
              <a:latin typeface="Calibri" panose="020F0502020204030204" pitchFamily="34" charset="0"/>
              <a:ea typeface="宋体" panose="02010600030101010101" pitchFamily="2" charset="-122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5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11266" name="备注占位符 2"/>
          <p:cNvSpPr>
            <a:spLocks noGrp="1"/>
          </p:cNvSpPr>
          <p:nvPr>
            <p:ph type="body"/>
          </p:nvPr>
        </p:nvSpPr>
        <p:spPr/>
        <p:txBody>
          <a:bodyPr wrap="square" lIns="91440" tIns="45720" rIns="91440" bIns="45720" anchor="t"/>
          <a:lstStyle/>
          <a:p>
            <a:pPr lvl="0">
              <a:spcBef>
                <a:spcPct val="0"/>
              </a:spcBef>
            </a:pPr>
            <a:endParaRPr lang="zh-CN" altLang="en-US" dirty="0" smtClean="0"/>
          </a:p>
        </p:txBody>
      </p:sp>
      <p:sp>
        <p:nvSpPr>
          <p:cNvPr id="11267" name="灯片编号占位符 3"/>
          <p:cNvSpPr>
            <a:spLocks noGrp="1"/>
          </p:cNvSpPr>
          <p:nvPr>
            <p:ph type="sldNum" sz="quarter"/>
          </p:nvPr>
        </p:nvSpPr>
        <p:spPr>
          <a:xfrm>
            <a:off x="3849688" y="9428163"/>
            <a:ext cx="2946400" cy="496887"/>
          </a:xfrm>
          <a:prstGeom prst="rect">
            <a:avLst/>
          </a:prstGeom>
          <a:noFill/>
          <a:ln w="9525">
            <a:noFill/>
          </a:ln>
        </p:spPr>
        <p:txBody>
          <a:bodyPr vert="horz" wrap="square" lIns="91440" tIns="45720" rIns="91440" bIns="45720" anchor="b"/>
          <a:lstStyle/>
          <a:p>
            <a:fld id="{9A0DB2DC-4C9A-4742-B13C-FB6460FD3503}" type="slidenum">
              <a:rPr lang="en-US" altLang="zh-CN">
                <a:solidFill>
                  <a:prstClr val="black"/>
                </a:solidFill>
              </a:rPr>
            </a:fld>
            <a:endParaRPr lang="en-US" altLang="zh-CN" dirty="0">
              <a:solidFill>
                <a:prstClr val="black"/>
              </a:solidFill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3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13314" name="备注占位符 2"/>
          <p:cNvSpPr>
            <a:spLocks noGrp="1"/>
          </p:cNvSpPr>
          <p:nvPr>
            <p:ph type="body"/>
          </p:nvPr>
        </p:nvSpPr>
        <p:spPr/>
        <p:txBody>
          <a:bodyPr wrap="square" lIns="91440" tIns="45720" rIns="91440" bIns="45720" anchor="t"/>
          <a:lstStyle/>
          <a:p>
            <a:pPr lvl="0">
              <a:spcBef>
                <a:spcPct val="0"/>
              </a:spcBef>
            </a:pPr>
            <a:endParaRPr lang="en-US" altLang="zh-CN" dirty="0"/>
          </a:p>
        </p:txBody>
      </p:sp>
      <p:sp>
        <p:nvSpPr>
          <p:cNvPr id="13315" name="灯片编号占位符 3"/>
          <p:cNvSpPr>
            <a:spLocks noGrp="1"/>
          </p:cNvSpPr>
          <p:nvPr>
            <p:ph type="sldNum" sz="quarter"/>
          </p:nvPr>
        </p:nvSpPr>
        <p:spPr>
          <a:xfrm>
            <a:off x="3849688" y="9428163"/>
            <a:ext cx="2946400" cy="496887"/>
          </a:xfrm>
          <a:prstGeom prst="rect">
            <a:avLst/>
          </a:prstGeom>
          <a:noFill/>
          <a:ln w="9525">
            <a:noFill/>
          </a:ln>
        </p:spPr>
        <p:txBody>
          <a:bodyPr vert="horz" wrap="square" lIns="91440" tIns="45720" rIns="91440" bIns="45720" anchor="b"/>
          <a:lstStyle/>
          <a:p>
            <a:pPr lvl="0" algn="r"/>
            <a:fld id="{9A0DB2DC-4C9A-4742-B13C-FB6460FD3503}" type="slidenum">
              <a:rPr lang="en-US" altLang="zh-CN" sz="1200">
                <a:latin typeface="Calibri" panose="020F0502020204030204" pitchFamily="34" charset="0"/>
                <a:ea typeface="宋体" panose="02010600030101010101" pitchFamily="2" charset="-122"/>
              </a:rPr>
            </a:fld>
            <a:endParaRPr lang="en-US" altLang="zh-CN" sz="1200" dirty="0">
              <a:latin typeface="Calibri" panose="020F0502020204030204" pitchFamily="34" charset="0"/>
              <a:ea typeface="宋体" panose="02010600030101010101" pitchFamily="2" charset="-122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1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15362" name="备注占位符 2"/>
          <p:cNvSpPr>
            <a:spLocks noGrp="1"/>
          </p:cNvSpPr>
          <p:nvPr>
            <p:ph type="body"/>
          </p:nvPr>
        </p:nvSpPr>
        <p:spPr/>
        <p:txBody>
          <a:bodyPr wrap="square" lIns="91440" tIns="45720" rIns="91440" bIns="45720" anchor="t"/>
          <a:lstStyle/>
          <a:p>
            <a:pPr lvl="0">
              <a:spcBef>
                <a:spcPct val="0"/>
              </a:spcBef>
            </a:pPr>
            <a:endParaRPr lang="en-US" altLang="zh-CN" dirty="0"/>
          </a:p>
        </p:txBody>
      </p:sp>
      <p:sp>
        <p:nvSpPr>
          <p:cNvPr id="15363" name="灯片编号占位符 3"/>
          <p:cNvSpPr>
            <a:spLocks noGrp="1"/>
          </p:cNvSpPr>
          <p:nvPr>
            <p:ph type="sldNum" sz="quarter"/>
          </p:nvPr>
        </p:nvSpPr>
        <p:spPr>
          <a:xfrm>
            <a:off x="3849688" y="9428163"/>
            <a:ext cx="2946400" cy="496887"/>
          </a:xfrm>
          <a:prstGeom prst="rect">
            <a:avLst/>
          </a:prstGeom>
          <a:noFill/>
          <a:ln w="9525">
            <a:noFill/>
          </a:ln>
        </p:spPr>
        <p:txBody>
          <a:bodyPr vert="horz" wrap="square" lIns="91440" tIns="45720" rIns="91440" bIns="45720" anchor="b"/>
          <a:lstStyle/>
          <a:p>
            <a:pPr lvl="0" algn="r"/>
            <a:fld id="{9A0DB2DC-4C9A-4742-B13C-FB6460FD3503}" type="slidenum">
              <a:rPr lang="en-US" altLang="zh-CN" sz="1200">
                <a:latin typeface="Calibri" panose="020F0502020204030204" pitchFamily="34" charset="0"/>
                <a:ea typeface="宋体" panose="02010600030101010101" pitchFamily="2" charset="-122"/>
              </a:rPr>
            </a:fld>
            <a:endParaRPr lang="en-US" altLang="zh-CN" sz="1200" dirty="0">
              <a:latin typeface="Calibri" panose="020F0502020204030204" pitchFamily="34" charset="0"/>
              <a:ea typeface="宋体" panose="02010600030101010101" pitchFamily="2" charset="-122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19458" name="备注占位符 2"/>
          <p:cNvSpPr>
            <a:spLocks noGrp="1"/>
          </p:cNvSpPr>
          <p:nvPr>
            <p:ph type="body"/>
          </p:nvPr>
        </p:nvSpPr>
        <p:spPr/>
        <p:txBody>
          <a:bodyPr wrap="square" lIns="91440" tIns="45720" rIns="91440" bIns="45720" anchor="t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n-US" altLang="zh-CN" dirty="0" smtClean="0"/>
              <a:t>1</a:t>
            </a:r>
            <a:r>
              <a:rPr lang="zh-CN" altLang="en-US" dirty="0" smtClean="0"/>
              <a:t>、产生原因分析；</a:t>
            </a:r>
            <a:r>
              <a:rPr lang="en-US" altLang="zh-CN" dirty="0" smtClean="0"/>
              <a:t>2</a:t>
            </a:r>
            <a:r>
              <a:rPr lang="zh-CN" altLang="en-US" dirty="0" smtClean="0"/>
              <a:t>、流出原因分析；</a:t>
            </a:r>
            <a:r>
              <a:rPr lang="en-US" altLang="zh-CN" dirty="0" smtClean="0"/>
              <a:t>3</a:t>
            </a:r>
            <a:r>
              <a:rPr lang="zh-CN" altLang="en-US" dirty="0" smtClean="0"/>
              <a:t>、使用</a:t>
            </a:r>
            <a:r>
              <a:rPr lang="en-US" altLang="zh-CN" dirty="0" smtClean="0"/>
              <a:t>5WHY</a:t>
            </a:r>
            <a:r>
              <a:rPr lang="zh-CN" altLang="en-US" dirty="0" smtClean="0"/>
              <a:t>或鱼骨图等质量工具</a:t>
            </a:r>
            <a:endParaRPr lang="en-US" altLang="zh-CN" dirty="0" smtClean="0"/>
          </a:p>
          <a:p>
            <a:pPr lvl="0">
              <a:spcBef>
                <a:spcPct val="0"/>
              </a:spcBef>
            </a:pPr>
            <a:endParaRPr lang="en-US" altLang="zh-CN" dirty="0"/>
          </a:p>
        </p:txBody>
      </p:sp>
      <p:sp>
        <p:nvSpPr>
          <p:cNvPr id="19459" name="灯片编号占位符 3"/>
          <p:cNvSpPr>
            <a:spLocks noGrp="1"/>
          </p:cNvSpPr>
          <p:nvPr>
            <p:ph type="sldNum" sz="quarter"/>
          </p:nvPr>
        </p:nvSpPr>
        <p:spPr>
          <a:xfrm>
            <a:off x="3849688" y="9428163"/>
            <a:ext cx="2946400" cy="496887"/>
          </a:xfrm>
          <a:prstGeom prst="rect">
            <a:avLst/>
          </a:prstGeom>
          <a:noFill/>
          <a:ln w="9525">
            <a:noFill/>
          </a:ln>
        </p:spPr>
        <p:txBody>
          <a:bodyPr vert="horz" wrap="square" lIns="91440" tIns="45720" rIns="91440" bIns="45720" anchor="b"/>
          <a:lstStyle/>
          <a:p>
            <a:pPr lvl="0" algn="r"/>
            <a:fld id="{9A0DB2DC-4C9A-4742-B13C-FB6460FD3503}" type="slidenum">
              <a:rPr lang="en-US" altLang="zh-CN" sz="1200">
                <a:latin typeface="Calibri" panose="020F0502020204030204" pitchFamily="34" charset="0"/>
                <a:ea typeface="宋体" panose="02010600030101010101" pitchFamily="2" charset="-122"/>
              </a:rPr>
            </a:fld>
            <a:endParaRPr lang="en-US" altLang="zh-CN" sz="1200">
              <a:latin typeface="Calibri" panose="020F0502020204030204" pitchFamily="34" charset="0"/>
              <a:ea typeface="宋体" panose="02010600030101010101" pitchFamily="2" charset="-122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19458" name="备注占位符 2"/>
          <p:cNvSpPr>
            <a:spLocks noGrp="1"/>
          </p:cNvSpPr>
          <p:nvPr>
            <p:ph type="body"/>
          </p:nvPr>
        </p:nvSpPr>
        <p:spPr/>
        <p:txBody>
          <a:bodyPr wrap="square" lIns="91440" tIns="45720" rIns="91440" bIns="45720" anchor="t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n-US" altLang="zh-CN" dirty="0" smtClean="0"/>
              <a:t>1</a:t>
            </a:r>
            <a:r>
              <a:rPr lang="zh-CN" altLang="en-US" dirty="0" smtClean="0"/>
              <a:t>、产生原因分析；</a:t>
            </a:r>
            <a:r>
              <a:rPr lang="en-US" altLang="zh-CN" dirty="0" smtClean="0"/>
              <a:t>2</a:t>
            </a:r>
            <a:r>
              <a:rPr lang="zh-CN" altLang="en-US" dirty="0" smtClean="0"/>
              <a:t>、流出原因分析；</a:t>
            </a:r>
            <a:r>
              <a:rPr lang="en-US" altLang="zh-CN" dirty="0" smtClean="0"/>
              <a:t>3</a:t>
            </a:r>
            <a:r>
              <a:rPr lang="zh-CN" altLang="en-US" dirty="0" smtClean="0"/>
              <a:t>、使用</a:t>
            </a:r>
            <a:r>
              <a:rPr lang="en-US" altLang="zh-CN" dirty="0" smtClean="0"/>
              <a:t>5WHY</a:t>
            </a:r>
            <a:r>
              <a:rPr lang="zh-CN" altLang="en-US" dirty="0" smtClean="0"/>
              <a:t>或鱼骨图等质量工具</a:t>
            </a:r>
            <a:endParaRPr lang="en-US" altLang="zh-CN" dirty="0" smtClean="0"/>
          </a:p>
          <a:p>
            <a:pPr lvl="0">
              <a:spcBef>
                <a:spcPct val="0"/>
              </a:spcBef>
            </a:pPr>
            <a:endParaRPr lang="en-US" altLang="zh-CN" dirty="0"/>
          </a:p>
        </p:txBody>
      </p:sp>
      <p:sp>
        <p:nvSpPr>
          <p:cNvPr id="19459" name="灯片编号占位符 3"/>
          <p:cNvSpPr>
            <a:spLocks noGrp="1"/>
          </p:cNvSpPr>
          <p:nvPr>
            <p:ph type="sldNum" sz="quarter"/>
          </p:nvPr>
        </p:nvSpPr>
        <p:spPr>
          <a:xfrm>
            <a:off x="3849688" y="9428163"/>
            <a:ext cx="2946400" cy="496887"/>
          </a:xfrm>
          <a:prstGeom prst="rect">
            <a:avLst/>
          </a:prstGeom>
          <a:noFill/>
          <a:ln w="9525">
            <a:noFill/>
          </a:ln>
        </p:spPr>
        <p:txBody>
          <a:bodyPr vert="horz" wrap="square" lIns="91440" tIns="45720" rIns="91440" bIns="45720" anchor="b"/>
          <a:lstStyle/>
          <a:p>
            <a:pPr lvl="0" algn="r"/>
            <a:fld id="{9A0DB2DC-4C9A-4742-B13C-FB6460FD3503}" type="slidenum">
              <a:rPr lang="en-US" altLang="zh-CN" sz="1200">
                <a:latin typeface="Calibri" panose="020F0502020204030204" pitchFamily="34" charset="0"/>
                <a:ea typeface="宋体" panose="02010600030101010101" pitchFamily="2" charset="-122"/>
              </a:rPr>
            </a:fld>
            <a:endParaRPr lang="en-US" altLang="zh-CN" sz="1200">
              <a:latin typeface="Calibri" panose="020F0502020204030204" pitchFamily="34" charset="0"/>
              <a:ea typeface="宋体" panose="02010600030101010101" pitchFamily="2" charset="-122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19458" name="备注占位符 2"/>
          <p:cNvSpPr>
            <a:spLocks noGrp="1"/>
          </p:cNvSpPr>
          <p:nvPr>
            <p:ph type="body"/>
          </p:nvPr>
        </p:nvSpPr>
        <p:spPr/>
        <p:txBody>
          <a:bodyPr wrap="square" lIns="91440" tIns="45720" rIns="91440" bIns="45720" anchor="t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n-US" altLang="zh-CN" dirty="0" smtClean="0"/>
              <a:t>1</a:t>
            </a:r>
            <a:r>
              <a:rPr lang="zh-CN" altLang="en-US" dirty="0" smtClean="0"/>
              <a:t>、产生原因分析；</a:t>
            </a:r>
            <a:r>
              <a:rPr lang="en-US" altLang="zh-CN" dirty="0" smtClean="0"/>
              <a:t>2</a:t>
            </a:r>
            <a:r>
              <a:rPr lang="zh-CN" altLang="en-US" dirty="0" smtClean="0"/>
              <a:t>、流出原因分析；</a:t>
            </a:r>
            <a:r>
              <a:rPr lang="en-US" altLang="zh-CN" dirty="0" smtClean="0"/>
              <a:t>3</a:t>
            </a:r>
            <a:r>
              <a:rPr lang="zh-CN" altLang="en-US" dirty="0" smtClean="0"/>
              <a:t>、使用</a:t>
            </a:r>
            <a:r>
              <a:rPr lang="en-US" altLang="zh-CN" dirty="0" smtClean="0"/>
              <a:t>5WHY</a:t>
            </a:r>
            <a:r>
              <a:rPr lang="zh-CN" altLang="en-US" dirty="0" smtClean="0"/>
              <a:t>或鱼骨图等质量工具</a:t>
            </a:r>
            <a:endParaRPr lang="en-US" altLang="zh-CN" dirty="0" smtClean="0"/>
          </a:p>
          <a:p>
            <a:pPr lvl="0">
              <a:spcBef>
                <a:spcPct val="0"/>
              </a:spcBef>
            </a:pPr>
            <a:endParaRPr lang="en-US" altLang="zh-CN" dirty="0"/>
          </a:p>
        </p:txBody>
      </p:sp>
      <p:sp>
        <p:nvSpPr>
          <p:cNvPr id="19459" name="灯片编号占位符 3"/>
          <p:cNvSpPr>
            <a:spLocks noGrp="1"/>
          </p:cNvSpPr>
          <p:nvPr>
            <p:ph type="sldNum" sz="quarter"/>
          </p:nvPr>
        </p:nvSpPr>
        <p:spPr>
          <a:xfrm>
            <a:off x="3849688" y="9428163"/>
            <a:ext cx="2946400" cy="496887"/>
          </a:xfrm>
          <a:prstGeom prst="rect">
            <a:avLst/>
          </a:prstGeom>
          <a:noFill/>
          <a:ln w="9525">
            <a:noFill/>
          </a:ln>
        </p:spPr>
        <p:txBody>
          <a:bodyPr vert="horz" wrap="square" lIns="91440" tIns="45720" rIns="91440" bIns="45720" anchor="b"/>
          <a:lstStyle/>
          <a:p>
            <a:pPr lvl="0" algn="r"/>
            <a:fld id="{9A0DB2DC-4C9A-4742-B13C-FB6460FD3503}" type="slidenum">
              <a:rPr lang="en-US" altLang="zh-CN" sz="1200">
                <a:latin typeface="Calibri" panose="020F0502020204030204" pitchFamily="34" charset="0"/>
                <a:ea typeface="宋体" panose="02010600030101010101" pitchFamily="2" charset="-122"/>
              </a:rPr>
            </a:fld>
            <a:endParaRPr lang="en-US" altLang="zh-CN" sz="1200">
              <a:latin typeface="Calibri" panose="020F0502020204030204" pitchFamily="34" charset="0"/>
              <a:ea typeface="宋体" panose="02010600030101010101" pitchFamily="2" charset="-122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19458" name="备注占位符 2"/>
          <p:cNvSpPr>
            <a:spLocks noGrp="1"/>
          </p:cNvSpPr>
          <p:nvPr>
            <p:ph type="body"/>
          </p:nvPr>
        </p:nvSpPr>
        <p:spPr/>
        <p:txBody>
          <a:bodyPr wrap="square" lIns="91440" tIns="45720" rIns="91440" bIns="45720" anchor="t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n-US" altLang="zh-CN" dirty="0" smtClean="0"/>
              <a:t>1</a:t>
            </a:r>
            <a:r>
              <a:rPr lang="zh-CN" altLang="en-US" dirty="0" smtClean="0"/>
              <a:t>、产生原因分析；</a:t>
            </a:r>
            <a:r>
              <a:rPr lang="en-US" altLang="zh-CN" dirty="0" smtClean="0"/>
              <a:t>2</a:t>
            </a:r>
            <a:r>
              <a:rPr lang="zh-CN" altLang="en-US" dirty="0" smtClean="0"/>
              <a:t>、流出原因分析；</a:t>
            </a:r>
            <a:r>
              <a:rPr lang="en-US" altLang="zh-CN" dirty="0" smtClean="0"/>
              <a:t>3</a:t>
            </a:r>
            <a:r>
              <a:rPr lang="zh-CN" altLang="en-US" dirty="0" smtClean="0"/>
              <a:t>、使用</a:t>
            </a:r>
            <a:r>
              <a:rPr lang="en-US" altLang="zh-CN" dirty="0" smtClean="0"/>
              <a:t>5WHY</a:t>
            </a:r>
            <a:r>
              <a:rPr lang="zh-CN" altLang="en-US" dirty="0" smtClean="0"/>
              <a:t>或鱼骨图等质量工具</a:t>
            </a:r>
            <a:endParaRPr lang="en-US" altLang="zh-CN" dirty="0" smtClean="0"/>
          </a:p>
          <a:p>
            <a:pPr lvl="0">
              <a:spcBef>
                <a:spcPct val="0"/>
              </a:spcBef>
            </a:pPr>
            <a:endParaRPr lang="en-US" altLang="zh-CN" dirty="0"/>
          </a:p>
        </p:txBody>
      </p:sp>
      <p:sp>
        <p:nvSpPr>
          <p:cNvPr id="19459" name="灯片编号占位符 3"/>
          <p:cNvSpPr>
            <a:spLocks noGrp="1"/>
          </p:cNvSpPr>
          <p:nvPr>
            <p:ph type="sldNum" sz="quarter"/>
          </p:nvPr>
        </p:nvSpPr>
        <p:spPr>
          <a:xfrm>
            <a:off x="3849688" y="9428163"/>
            <a:ext cx="2946400" cy="496887"/>
          </a:xfrm>
          <a:prstGeom prst="rect">
            <a:avLst/>
          </a:prstGeom>
          <a:noFill/>
          <a:ln w="9525">
            <a:noFill/>
          </a:ln>
        </p:spPr>
        <p:txBody>
          <a:bodyPr vert="horz" wrap="square" lIns="91440" tIns="45720" rIns="91440" bIns="45720" anchor="b"/>
          <a:lstStyle/>
          <a:p>
            <a:pPr lvl="0" algn="r"/>
            <a:fld id="{9A0DB2DC-4C9A-4742-B13C-FB6460FD3503}" type="slidenum">
              <a:rPr lang="en-US" altLang="zh-CN" sz="1200">
                <a:latin typeface="Calibri" panose="020F0502020204030204" pitchFamily="34" charset="0"/>
                <a:ea typeface="宋体" panose="02010600030101010101" pitchFamily="2" charset="-122"/>
              </a:rPr>
            </a:fld>
            <a:endParaRPr lang="en-US" altLang="zh-CN" sz="1200">
              <a:latin typeface="Calibri" panose="020F0502020204030204" pitchFamily="34" charset="0"/>
              <a:ea typeface="宋体" panose="02010600030101010101" pitchFamily="2" charset="-122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1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25602" name="备注占位符 2"/>
          <p:cNvSpPr>
            <a:spLocks noGrp="1"/>
          </p:cNvSpPr>
          <p:nvPr>
            <p:ph type="body"/>
          </p:nvPr>
        </p:nvSpPr>
        <p:spPr/>
        <p:txBody>
          <a:bodyPr wrap="square" lIns="91440" tIns="45720" rIns="91440" bIns="45720" anchor="t"/>
          <a:lstStyle/>
          <a:p>
            <a:pPr lvl="0">
              <a:spcBef>
                <a:spcPct val="0"/>
              </a:spcBef>
            </a:pPr>
            <a:endParaRPr lang="en-US" altLang="zh-CN" dirty="0"/>
          </a:p>
        </p:txBody>
      </p:sp>
      <p:sp>
        <p:nvSpPr>
          <p:cNvPr id="25603" name="灯片编号占位符 3"/>
          <p:cNvSpPr>
            <a:spLocks noGrp="1"/>
          </p:cNvSpPr>
          <p:nvPr>
            <p:ph type="sldNum" sz="quarter"/>
          </p:nvPr>
        </p:nvSpPr>
        <p:spPr>
          <a:xfrm>
            <a:off x="3849688" y="9428163"/>
            <a:ext cx="2946400" cy="496887"/>
          </a:xfrm>
          <a:prstGeom prst="rect">
            <a:avLst/>
          </a:prstGeom>
          <a:noFill/>
          <a:ln w="9525">
            <a:noFill/>
          </a:ln>
        </p:spPr>
        <p:txBody>
          <a:bodyPr vert="horz" wrap="square" lIns="91440" tIns="45720" rIns="91440" bIns="45720" anchor="b"/>
          <a:lstStyle/>
          <a:p>
            <a:pPr lvl="0" algn="r"/>
            <a:fld id="{9A0DB2DC-4C9A-4742-B13C-FB6460FD3503}" type="slidenum">
              <a:rPr lang="en-US" altLang="zh-CN" sz="1200">
                <a:latin typeface="Calibri" panose="020F0502020204030204" pitchFamily="34" charset="0"/>
                <a:ea typeface="宋体" panose="02010600030101010101" pitchFamily="2" charset="-122"/>
              </a:rPr>
            </a:fld>
            <a:endParaRPr lang="en-US" altLang="zh-CN" sz="1200">
              <a:latin typeface="Calibri" panose="020F0502020204030204" pitchFamily="34" charset="0"/>
              <a:ea typeface="宋体" panose="02010600030101010101" pitchFamily="2" charset="-122"/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7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29698" name="备注占位符 2"/>
          <p:cNvSpPr>
            <a:spLocks noGrp="1"/>
          </p:cNvSpPr>
          <p:nvPr>
            <p:ph type="body"/>
          </p:nvPr>
        </p:nvSpPr>
        <p:spPr/>
        <p:txBody>
          <a:bodyPr wrap="square" lIns="91440" tIns="45720" rIns="91440" bIns="45720" anchor="t"/>
          <a:lstStyle/>
          <a:p>
            <a:pPr lvl="0">
              <a:spcBef>
                <a:spcPct val="0"/>
              </a:spcBef>
            </a:pPr>
            <a:endParaRPr lang="en-US" altLang="zh-CN" dirty="0"/>
          </a:p>
        </p:txBody>
      </p:sp>
      <p:sp>
        <p:nvSpPr>
          <p:cNvPr id="29699" name="灯片编号占位符 3"/>
          <p:cNvSpPr>
            <a:spLocks noGrp="1"/>
          </p:cNvSpPr>
          <p:nvPr>
            <p:ph type="sldNum" sz="quarter"/>
          </p:nvPr>
        </p:nvSpPr>
        <p:spPr>
          <a:xfrm>
            <a:off x="3849688" y="9428163"/>
            <a:ext cx="2946400" cy="496887"/>
          </a:xfrm>
          <a:prstGeom prst="rect">
            <a:avLst/>
          </a:prstGeom>
          <a:noFill/>
          <a:ln w="9525">
            <a:noFill/>
          </a:ln>
        </p:spPr>
        <p:txBody>
          <a:bodyPr vert="horz" wrap="square" lIns="91440" tIns="45720" rIns="91440" bIns="45720" anchor="b"/>
          <a:lstStyle/>
          <a:p>
            <a:pPr lvl="0" algn="r"/>
            <a:fld id="{9A0DB2DC-4C9A-4742-B13C-FB6460FD3503}" type="slidenum">
              <a:rPr lang="en-US" altLang="zh-CN" sz="1200">
                <a:latin typeface="Calibri" panose="020F0502020204030204" pitchFamily="34" charset="0"/>
                <a:ea typeface="宋体" panose="02010600030101010101" pitchFamily="2" charset="-122"/>
              </a:rPr>
            </a:fld>
            <a:endParaRPr lang="en-US" altLang="zh-CN" sz="1200">
              <a:latin typeface="Calibri" panose="020F0502020204030204" pitchFamily="34" charset="0"/>
              <a:ea typeface="宋体" panose="02010600030101010101" pitchFamily="2" charset="-122"/>
            </a:endParaR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7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29698" name="备注占位符 2"/>
          <p:cNvSpPr>
            <a:spLocks noGrp="1"/>
          </p:cNvSpPr>
          <p:nvPr>
            <p:ph type="body"/>
          </p:nvPr>
        </p:nvSpPr>
        <p:spPr/>
        <p:txBody>
          <a:bodyPr wrap="square" lIns="91440" tIns="45720" rIns="91440" bIns="45720" anchor="t"/>
          <a:lstStyle/>
          <a:p>
            <a:pPr lvl="0">
              <a:spcBef>
                <a:spcPct val="0"/>
              </a:spcBef>
            </a:pPr>
            <a:endParaRPr lang="en-US" altLang="zh-CN" dirty="0"/>
          </a:p>
        </p:txBody>
      </p:sp>
      <p:sp>
        <p:nvSpPr>
          <p:cNvPr id="29699" name="灯片编号占位符 3"/>
          <p:cNvSpPr>
            <a:spLocks noGrp="1"/>
          </p:cNvSpPr>
          <p:nvPr>
            <p:ph type="sldNum" sz="quarter"/>
          </p:nvPr>
        </p:nvSpPr>
        <p:spPr>
          <a:xfrm>
            <a:off x="3849688" y="9428163"/>
            <a:ext cx="2946400" cy="496887"/>
          </a:xfrm>
          <a:prstGeom prst="rect">
            <a:avLst/>
          </a:prstGeom>
          <a:noFill/>
          <a:ln w="9525">
            <a:noFill/>
          </a:ln>
        </p:spPr>
        <p:txBody>
          <a:bodyPr vert="horz" wrap="square" lIns="91440" tIns="45720" rIns="91440" bIns="45720" anchor="b"/>
          <a:lstStyle/>
          <a:p>
            <a:pPr lvl="0" algn="r"/>
            <a:fld id="{9A0DB2DC-4C9A-4742-B13C-FB6460FD3503}" type="slidenum">
              <a:rPr lang="en-US" altLang="zh-CN" sz="1200">
                <a:latin typeface="Calibri" panose="020F0502020204030204" pitchFamily="34" charset="0"/>
                <a:ea typeface="宋体" panose="02010600030101010101" pitchFamily="2" charset="-122"/>
              </a:rPr>
            </a:fld>
            <a:endParaRPr lang="en-US" altLang="zh-CN" sz="1200">
              <a:latin typeface="Calibri" panose="020F0502020204030204" pitchFamily="34" charset="0"/>
              <a:ea typeface="宋体" panose="02010600030101010101" pitchFamily="2" charset="-122"/>
            </a:endParaRP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9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17410" name="备注占位符 2"/>
          <p:cNvSpPr>
            <a:spLocks noGrp="1"/>
          </p:cNvSpPr>
          <p:nvPr>
            <p:ph type="body"/>
          </p:nvPr>
        </p:nvSpPr>
        <p:spPr/>
        <p:txBody>
          <a:bodyPr wrap="square" lIns="91440" tIns="45720" rIns="91440" bIns="45720" anchor="t"/>
          <a:lstStyle/>
          <a:p>
            <a:pPr lvl="0">
              <a:spcBef>
                <a:spcPct val="0"/>
              </a:spcBef>
            </a:pPr>
            <a:endParaRPr lang="en-US" altLang="zh-CN"/>
          </a:p>
        </p:txBody>
      </p:sp>
      <p:sp>
        <p:nvSpPr>
          <p:cNvPr id="17411" name="灯片编号占位符 3"/>
          <p:cNvSpPr>
            <a:spLocks noGrp="1"/>
          </p:cNvSpPr>
          <p:nvPr>
            <p:ph type="sldNum" sz="quarter"/>
          </p:nvPr>
        </p:nvSpPr>
        <p:spPr>
          <a:xfrm>
            <a:off x="3849688" y="9428163"/>
            <a:ext cx="2946400" cy="496887"/>
          </a:xfrm>
          <a:prstGeom prst="rect">
            <a:avLst/>
          </a:prstGeom>
          <a:noFill/>
          <a:ln w="9525">
            <a:noFill/>
          </a:ln>
        </p:spPr>
        <p:txBody>
          <a:bodyPr vert="horz" wrap="square" lIns="91440" tIns="45720" rIns="91440" bIns="45720" anchor="b"/>
          <a:lstStyle/>
          <a:p>
            <a:pPr lvl="0" algn="r"/>
            <a:fld id="{9A0DB2DC-4C9A-4742-B13C-FB6460FD3503}" type="slidenum">
              <a:rPr lang="en-US" altLang="zh-CN" sz="1200">
                <a:latin typeface="Calibri" panose="020F0502020204030204" pitchFamily="34" charset="0"/>
                <a:ea typeface="宋体" panose="02010600030101010101" pitchFamily="2" charset="-122"/>
              </a:rPr>
            </a:fld>
            <a:endParaRPr lang="en-US" altLang="zh-CN" sz="1200">
              <a:latin typeface="Calibri" panose="020F0502020204030204" pitchFamily="34" charset="0"/>
              <a:ea typeface="宋体" panose="02010600030101010101" pitchFamily="2" charset="-122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3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3794" name="备注占位符 2"/>
          <p:cNvSpPr>
            <a:spLocks noGrp="1"/>
          </p:cNvSpPr>
          <p:nvPr>
            <p:ph type="body"/>
          </p:nvPr>
        </p:nvSpPr>
        <p:spPr/>
        <p:txBody>
          <a:bodyPr wrap="square" lIns="91440" tIns="45720" rIns="91440" bIns="45720" anchor="t"/>
          <a:lstStyle/>
          <a:p>
            <a:pPr lvl="0">
              <a:spcBef>
                <a:spcPct val="0"/>
              </a:spcBef>
            </a:pPr>
            <a:endParaRPr lang="en-US" altLang="zh-CN" dirty="0"/>
          </a:p>
        </p:txBody>
      </p:sp>
      <p:sp>
        <p:nvSpPr>
          <p:cNvPr id="33795" name="灯片编号占位符 3"/>
          <p:cNvSpPr>
            <a:spLocks noGrp="1"/>
          </p:cNvSpPr>
          <p:nvPr>
            <p:ph type="sldNum" sz="quarter"/>
          </p:nvPr>
        </p:nvSpPr>
        <p:spPr>
          <a:xfrm>
            <a:off x="3849688" y="9428163"/>
            <a:ext cx="2946400" cy="496887"/>
          </a:xfrm>
          <a:prstGeom prst="rect">
            <a:avLst/>
          </a:prstGeom>
          <a:noFill/>
          <a:ln w="9525">
            <a:noFill/>
          </a:ln>
        </p:spPr>
        <p:txBody>
          <a:bodyPr vert="horz" wrap="square" lIns="91440" tIns="45720" rIns="91440" bIns="45720" anchor="b"/>
          <a:lstStyle/>
          <a:p>
            <a:pPr lvl="0" algn="r"/>
            <a:fld id="{9A0DB2DC-4C9A-4742-B13C-FB6460FD3503}" type="slidenum">
              <a:rPr lang="en-US" altLang="zh-CN" sz="1200">
                <a:latin typeface="Calibri" panose="020F0502020204030204" pitchFamily="34" charset="0"/>
                <a:ea typeface="宋体" panose="02010600030101010101" pitchFamily="2" charset="-122"/>
              </a:rPr>
            </a:fld>
            <a:endParaRPr lang="en-US" altLang="zh-CN" sz="1200" dirty="0">
              <a:latin typeface="Calibri" panose="020F0502020204030204" pitchFamily="34" charset="0"/>
              <a:ea typeface="宋体" panose="02010600030101010101" pitchFamily="2" charset="-122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op Content Are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2"/>
          <p:cNvSpPr>
            <a:spLocks noGrp="1"/>
          </p:cNvSpPr>
          <p:nvPr>
            <p:ph type="sldNum" sz="quarter" idx="10"/>
          </p:nvPr>
        </p:nvSpPr>
        <p:spPr>
          <a:xfrm>
            <a:off x="8388350" y="4691063"/>
            <a:ext cx="360363" cy="112713"/>
          </a:xfrm>
          <a:prstGeom prst="rect">
            <a:avLst/>
          </a:prstGeom>
        </p:spPr>
        <p:txBody>
          <a:bodyPr vert="horz" wrap="none" lIns="0" tIns="0" rIns="0" bIns="0" rtlCol="0" anchor="t" anchorCtr="0"/>
          <a:lstStyle>
            <a:lvl1pPr>
              <a:defRPr sz="1000" noProof="1" smtClean="0">
                <a:solidFill>
                  <a:schemeClr val="bg1"/>
                </a:solidFill>
              </a:defRPr>
            </a:lvl1pPr>
          </a:lstStyle>
          <a:p>
            <a:pPr fontAlgn="auto">
              <a:defRPr/>
            </a:pPr>
            <a:fld id="{F8E7C12D-F5B9-4A5B-97B6-F6FDB0651B92}" type="slidenum">
              <a:rPr lang="en-US" strike="noStrike" noProof="1">
                <a:latin typeface="+mn-lt"/>
                <a:ea typeface="+mn-ea"/>
                <a:cs typeface="+mn-cs"/>
              </a:rPr>
            </a:fld>
            <a:endParaRPr lang="en-US" strike="noStrike" noProof="1"/>
          </a:p>
        </p:txBody>
      </p:sp>
    </p:spTree>
  </p:cSld>
  <p:clrMapOvr>
    <a:masterClrMapping/>
  </p:clrMapOvr>
  <p:transition>
    <p:fad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2"/>
          <p:cNvSpPr/>
          <p:nvPr userDrawn="1"/>
        </p:nvSpPr>
        <p:spPr>
          <a:xfrm>
            <a:off x="0" y="1588"/>
            <a:ext cx="9144000" cy="5141913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anchor="ctr"/>
          <a:lstStyle/>
          <a:p>
            <a:pPr algn="ctr" fontAlgn="base">
              <a:defRPr/>
            </a:pPr>
            <a:endParaRPr lang="zh-CN" altLang="en-US" sz="1600" strike="noStrike" noProof="1">
              <a:solidFill>
                <a:schemeClr val="bg2">
                  <a:lumMod val="10000"/>
                </a:schemeClr>
              </a:solidFill>
            </a:endParaRPr>
          </a:p>
        </p:txBody>
      </p:sp>
      <p:sp>
        <p:nvSpPr>
          <p:cNvPr id="3" name="灯片编号占位符 2"/>
          <p:cNvSpPr>
            <a:spLocks noGrp="1"/>
          </p:cNvSpPr>
          <p:nvPr>
            <p:ph type="sldNum" sz="quarter" idx="10"/>
          </p:nvPr>
        </p:nvSpPr>
        <p:spPr>
          <a:xfrm>
            <a:off x="8383588" y="4732338"/>
            <a:ext cx="360363" cy="112713"/>
          </a:xfrm>
          <a:prstGeom prst="rect">
            <a:avLst/>
          </a:prstGeom>
        </p:spPr>
        <p:txBody>
          <a:bodyPr vert="horz" wrap="none" lIns="0" tIns="0" rIns="0" bIns="0" rtlCol="0" anchor="t" anchorCtr="0"/>
          <a:lstStyle/>
          <a:p>
            <a:pPr fontAlgn="auto">
              <a:defRPr/>
            </a:pPr>
            <a:fld id="{470673CB-428E-49A9-AE27-9A4D86A3DB1D}" type="slidenum">
              <a:rPr lang="en-US" strike="noStrike" noProof="1">
                <a:latin typeface="+mn-lt"/>
                <a:ea typeface="+mn-ea"/>
                <a:cs typeface="+mn-cs"/>
              </a:rPr>
            </a:fld>
            <a:endParaRPr lang="en-US" strike="noStrike" noProof="1"/>
          </a:p>
        </p:txBody>
      </p:sp>
    </p:spTree>
  </p:cSld>
  <p:clrMapOvr>
    <a:masterClrMapping/>
  </p:clrMapOvr>
  <p:transition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fontAlgn="auto">
              <a:defRPr/>
            </a:pPr>
            <a:fld id="{470673CB-428E-49A9-AE27-9A4D86A3DB1D}" type="slidenum">
              <a:rPr lang="en-US" strike="noStrike" noProof="1">
                <a:latin typeface="+mn-lt"/>
                <a:ea typeface="+mn-ea"/>
                <a:cs typeface="+mn-cs"/>
              </a:rPr>
            </a:fld>
            <a:endParaRPr lang="en-US" strike="noStrike" noProof="1"/>
          </a:p>
        </p:txBody>
      </p:sp>
    </p:spTree>
  </p:cSld>
  <p:clrMapOvr>
    <a:masterClrMapping/>
  </p:clrMapOvr>
  <p:transition>
    <p:fade/>
  </p:transition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6" Type="http://schemas.openxmlformats.org/officeDocument/2006/relationships/theme" Target="../theme/theme2.xml"/><Relationship Id="rId5" Type="http://schemas.openxmlformats.org/officeDocument/2006/relationships/image" Target="../media/image2.png"/><Relationship Id="rId4" Type="http://schemas.openxmlformats.org/officeDocument/2006/relationships/tags" Target="../tags/tag1.xml"/><Relationship Id="rId3" Type="http://schemas.openxmlformats.org/officeDocument/2006/relationships/slideLayout" Target="../slideLayouts/slideLayout4.xml"/><Relationship Id="rId2" Type="http://schemas.openxmlformats.org/officeDocument/2006/relationships/slideLayout" Target="../slideLayouts/slideLayout3.xml"/><Relationship Id="rId1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AutoShape 2"/>
          <p:cNvSpPr/>
          <p:nvPr userDrawn="1"/>
        </p:nvSpPr>
        <p:spPr>
          <a:xfrm flipV="1">
            <a:off x="0" y="0"/>
            <a:ext cx="3779838" cy="1131888"/>
          </a:xfrm>
          <a:prstGeom prst="rtTriangle">
            <a:avLst/>
          </a:prstGeom>
          <a:solidFill>
            <a:srgbClr val="E62135"/>
          </a:solidFill>
          <a:ln w="9525">
            <a:noFill/>
          </a:ln>
        </p:spPr>
        <p:txBody>
          <a:bodyPr anchor="ctr"/>
          <a:lstStyle/>
          <a:p>
            <a:pPr lvl="0"/>
            <a:r>
              <a:rPr lang="zh-CN" altLang="en-US">
                <a:solidFill>
                  <a:schemeClr val="bg1"/>
                </a:solidFill>
                <a:latin typeface="Calibri" panose="020F0502020204030204" pitchFamily="34" charset="0"/>
              </a:rPr>
              <a:t>                                </a:t>
            </a:r>
            <a:endParaRPr lang="zh-CN" altLang="en-US">
              <a:solidFill>
                <a:schemeClr val="bg1"/>
              </a:solidFill>
              <a:latin typeface="Calibri" panose="020F0502020204030204" pitchFamily="34" charset="0"/>
            </a:endParaRPr>
          </a:p>
          <a:p>
            <a:pPr lvl="0"/>
            <a:r>
              <a:rPr lang="zh-CN" altLang="en-US">
                <a:solidFill>
                  <a:schemeClr val="bg1"/>
                </a:solidFill>
                <a:latin typeface="Calibri" panose="020F0502020204030204" pitchFamily="34" charset="0"/>
              </a:rPr>
              <a:t>                              </a:t>
            </a:r>
            <a:endParaRPr lang="zh-CN" altLang="en-US">
              <a:solidFill>
                <a:schemeClr val="bg1"/>
              </a:solidFill>
              <a:latin typeface="Calibri" panose="020F0502020204030204" pitchFamily="34" charset="0"/>
            </a:endParaRPr>
          </a:p>
        </p:txBody>
      </p:sp>
      <p:cxnSp>
        <p:nvCxnSpPr>
          <p:cNvPr id="9" name="Gerade Verbindung 12"/>
          <p:cNvCxnSpPr/>
          <p:nvPr userDrawn="1"/>
        </p:nvCxnSpPr>
        <p:spPr>
          <a:xfrm>
            <a:off x="0" y="2643188"/>
            <a:ext cx="2411413" cy="0"/>
          </a:xfrm>
          <a:prstGeom prst="line">
            <a:avLst/>
          </a:prstGeom>
          <a:ln w="4445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Gerade Verbindung 12"/>
          <p:cNvCxnSpPr/>
          <p:nvPr userDrawn="1"/>
        </p:nvCxnSpPr>
        <p:spPr>
          <a:xfrm>
            <a:off x="6732588" y="2643188"/>
            <a:ext cx="2411413" cy="0"/>
          </a:xfrm>
          <a:prstGeom prst="line">
            <a:avLst/>
          </a:prstGeom>
          <a:ln w="4445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矩形 12"/>
          <p:cNvSpPr/>
          <p:nvPr userDrawn="1"/>
        </p:nvSpPr>
        <p:spPr bwMode="auto">
          <a:xfrm>
            <a:off x="2906713" y="2874963"/>
            <a:ext cx="3249613" cy="381000"/>
          </a:xfrm>
          <a:prstGeom prst="rect">
            <a:avLst/>
          </a:prstGeom>
          <a:solidFill>
            <a:srgbClr val="E6213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defRPr/>
            </a:pPr>
            <a:endParaRPr lang="zh-CN" altLang="en-US" strike="noStrike" noProof="1"/>
          </a:p>
        </p:txBody>
      </p:sp>
      <p:sp>
        <p:nvSpPr>
          <p:cNvPr id="1030" name="TextBox 2"/>
          <p:cNvSpPr txBox="1"/>
          <p:nvPr userDrawn="1"/>
        </p:nvSpPr>
        <p:spPr>
          <a:xfrm>
            <a:off x="3332163" y="2911475"/>
            <a:ext cx="2398712" cy="307975"/>
          </a:xfrm>
          <a:prstGeom prst="rect">
            <a:avLst/>
          </a:prstGeom>
          <a:noFill/>
          <a:ln w="9525">
            <a:noFill/>
          </a:ln>
        </p:spPr>
        <p:txBody>
          <a:bodyPr anchor="t">
            <a:spAutoFit/>
          </a:bodyPr>
          <a:lstStyle/>
          <a:p>
            <a:pPr lvl="0" algn="ctr"/>
            <a:r>
              <a:rPr lang="en-US" altLang="zh-CN" sz="1400" dirty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pitchFamily="34" charset="-122"/>
              </a:rPr>
              <a:t>www.foryouge.com</a:t>
            </a:r>
            <a:endParaRPr lang="en-US" altLang="zh-CN" sz="1400" dirty="0">
              <a:solidFill>
                <a:schemeClr val="bg1"/>
              </a:solidFill>
              <a:latin typeface="Arial" panose="020B0604020202020204" pitchFamily="34" charset="0"/>
              <a:ea typeface="微软雅黑" panose="020B0503020204020204" pitchFamily="34" charset="-122"/>
            </a:endParaRPr>
          </a:p>
        </p:txBody>
      </p:sp>
      <p:pic>
        <p:nvPicPr>
          <p:cNvPr id="1031" name="Picture 2" descr="C:\Users\Administrator\Desktop\ADAYO+通用.png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276600" y="2032000"/>
            <a:ext cx="2376488" cy="227013"/>
          </a:xfrm>
          <a:prstGeom prst="rect">
            <a:avLst/>
          </a:prstGeom>
          <a:noFill/>
          <a:ln w="9525">
            <a:noFill/>
          </a:ln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rtl="0" fontAlgn="base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2pPr>
      <a:lvl3pPr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3pPr>
      <a:lvl4pPr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4pPr>
      <a:lvl5pPr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9pPr>
    </p:titleStyle>
    <p:bodyStyle>
      <a:lvl1pPr marL="342900" indent="-342900" algn="l" rtl="0" fontAlgn="base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fontAlgn="base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fontAlgn="base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fontAlgn="base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fontAlgn="base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AutoShape 2"/>
          <p:cNvSpPr/>
          <p:nvPr userDrawn="1"/>
        </p:nvSpPr>
        <p:spPr>
          <a:xfrm flipH="1">
            <a:off x="8101013" y="4587875"/>
            <a:ext cx="719137" cy="327025"/>
          </a:xfrm>
          <a:prstGeom prst="rtTriangle">
            <a:avLst/>
          </a:prstGeom>
          <a:solidFill>
            <a:srgbClr val="E62135"/>
          </a:solidFill>
          <a:ln w="9525">
            <a:noFill/>
          </a:ln>
        </p:spPr>
        <p:txBody>
          <a:bodyPr anchor="ctr"/>
          <a:lstStyle/>
          <a:p>
            <a:pPr lvl="0"/>
            <a:endParaRPr lang="zh-CN" altLang="en-US" dirty="0">
              <a:latin typeface="Arial" panose="020B0604020202020204" pitchFamily="34" charset="0"/>
              <a:ea typeface="宋体" panose="02010600030101010101" pitchFamily="2" charset="-122"/>
            </a:endParaRPr>
          </a:p>
        </p:txBody>
      </p:sp>
      <p:cxnSp>
        <p:nvCxnSpPr>
          <p:cNvPr id="13" name="Gerade Verbindung 12"/>
          <p:cNvCxnSpPr/>
          <p:nvPr userDrawn="1"/>
        </p:nvCxnSpPr>
        <p:spPr>
          <a:xfrm>
            <a:off x="395288" y="700088"/>
            <a:ext cx="8424863" cy="0"/>
          </a:xfrm>
          <a:prstGeom prst="line">
            <a:avLst/>
          </a:prstGeom>
          <a:ln w="4445">
            <a:solidFill>
              <a:srgbClr val="E6213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Ellipse 3" hidden="1"/>
          <p:cNvSpPr/>
          <p:nvPr userDrawn="1">
            <p:custDataLst>
              <p:tags r:id="rId4"/>
            </p:custDataLst>
          </p:nvPr>
        </p:nvSpPr>
        <p:spPr>
          <a:xfrm>
            <a:off x="-1270000" y="-952500"/>
            <a:ext cx="0" cy="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anchor="ctr"/>
          <a:lstStyle/>
          <a:p>
            <a:pPr algn="ctr" fontAlgn="auto">
              <a:defRPr/>
            </a:pPr>
            <a:endParaRPr lang="de-DE" sz="1600" strike="noStrike" noProof="1">
              <a:solidFill>
                <a:schemeClr val="bg2">
                  <a:lumMod val="10000"/>
                </a:schemeClr>
              </a:solidFill>
            </a:endParaRPr>
          </a:p>
        </p:txBody>
      </p:sp>
      <p:pic>
        <p:nvPicPr>
          <p:cNvPr id="2053" name="Picture 2" descr="C:\Users\Administrator\Desktop\ADAYO+通用.png"/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395288" y="431800"/>
            <a:ext cx="1873250" cy="179388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1" name="Foliennummernplatzhalter 25"/>
          <p:cNvSpPr>
            <a:spLocks noGrp="1"/>
          </p:cNvSpPr>
          <p:nvPr>
            <p:ph type="sldNum" sz="quarter" idx="4"/>
          </p:nvPr>
        </p:nvSpPr>
        <p:spPr>
          <a:xfrm>
            <a:off x="8383588" y="4732338"/>
            <a:ext cx="360363" cy="112713"/>
          </a:xfrm>
          <a:prstGeom prst="rect">
            <a:avLst/>
          </a:prstGeom>
        </p:spPr>
        <p:txBody>
          <a:bodyPr vert="horz" wrap="none" lIns="0" tIns="0" rIns="0" bIns="0" rtlCol="0" anchor="t" anchorCtr="0"/>
          <a:lstStyle>
            <a:lvl1pPr algn="r" fontAlgn="auto">
              <a:defRPr sz="700" b="1" smtClean="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pPr fontAlgn="auto">
              <a:defRPr/>
            </a:pPr>
            <a:fld id="{470673CB-428E-49A9-AE27-9A4D86A3DB1D}" type="slidenum">
              <a:rPr lang="en-US" strike="noStrike" noProof="1">
                <a:latin typeface="+mn-lt"/>
                <a:ea typeface="+mn-ea"/>
                <a:cs typeface="+mn-cs"/>
              </a:rPr>
            </a:fld>
            <a:endParaRPr lang="en-US" strike="noStrike" noProof="1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</p:sldLayoutIdLst>
  <p:transition>
    <p:fade/>
  </p:transition>
  <p:hf sldNum="0" hdr="0" ftr="0" dt="0"/>
  <p:txStyles>
    <p:titleStyle>
      <a:lvl1pPr algn="l" rtl="0" fontAlgn="base">
        <a:lnSpc>
          <a:spcPct val="95000"/>
        </a:lnSpc>
        <a:spcBef>
          <a:spcPct val="0"/>
        </a:spcBef>
        <a:spcAft>
          <a:spcPct val="0"/>
        </a:spcAft>
        <a:defRPr sz="2400" b="1" kern="1200">
          <a:solidFill>
            <a:schemeClr val="accent1"/>
          </a:solidFill>
          <a:latin typeface="+mj-lt"/>
          <a:ea typeface="+mj-ea"/>
          <a:cs typeface="Arial" panose="020B0604020202020204" pitchFamily="34" charset="0"/>
        </a:defRPr>
      </a:lvl1pPr>
      <a:lvl2pPr algn="l" rtl="0" fontAlgn="base">
        <a:lnSpc>
          <a:spcPct val="95000"/>
        </a:lnSpc>
        <a:spcBef>
          <a:spcPct val="0"/>
        </a:spcBef>
        <a:spcAft>
          <a:spcPct val="0"/>
        </a:spcAft>
        <a:defRPr sz="2400" b="1">
          <a:solidFill>
            <a:schemeClr val="accent1"/>
          </a:solidFill>
          <a:latin typeface="Arial" panose="020B0604020202020204" pitchFamily="34" charset="0"/>
          <a:cs typeface="Arial" panose="020B0604020202020204" pitchFamily="34" charset="0"/>
        </a:defRPr>
      </a:lvl2pPr>
      <a:lvl3pPr algn="l" rtl="0" fontAlgn="base">
        <a:lnSpc>
          <a:spcPct val="95000"/>
        </a:lnSpc>
        <a:spcBef>
          <a:spcPct val="0"/>
        </a:spcBef>
        <a:spcAft>
          <a:spcPct val="0"/>
        </a:spcAft>
        <a:defRPr sz="2400" b="1">
          <a:solidFill>
            <a:schemeClr val="accent1"/>
          </a:solidFill>
          <a:latin typeface="Arial" panose="020B0604020202020204" pitchFamily="34" charset="0"/>
          <a:cs typeface="Arial" panose="020B0604020202020204" pitchFamily="34" charset="0"/>
        </a:defRPr>
      </a:lvl3pPr>
      <a:lvl4pPr algn="l" rtl="0" fontAlgn="base">
        <a:lnSpc>
          <a:spcPct val="95000"/>
        </a:lnSpc>
        <a:spcBef>
          <a:spcPct val="0"/>
        </a:spcBef>
        <a:spcAft>
          <a:spcPct val="0"/>
        </a:spcAft>
        <a:defRPr sz="2400" b="1">
          <a:solidFill>
            <a:schemeClr val="accent1"/>
          </a:solidFill>
          <a:latin typeface="Arial" panose="020B0604020202020204" pitchFamily="34" charset="0"/>
          <a:cs typeface="Arial" panose="020B0604020202020204" pitchFamily="34" charset="0"/>
        </a:defRPr>
      </a:lvl4pPr>
      <a:lvl5pPr algn="l" rtl="0" fontAlgn="base">
        <a:lnSpc>
          <a:spcPct val="95000"/>
        </a:lnSpc>
        <a:spcBef>
          <a:spcPct val="0"/>
        </a:spcBef>
        <a:spcAft>
          <a:spcPct val="0"/>
        </a:spcAft>
        <a:defRPr sz="2400" b="1">
          <a:solidFill>
            <a:schemeClr val="accent1"/>
          </a:solidFill>
          <a:latin typeface="Arial" panose="020B0604020202020204" pitchFamily="34" charset="0"/>
          <a:cs typeface="Arial" panose="020B0604020202020204" pitchFamily="34" charset="0"/>
        </a:defRPr>
      </a:lvl5pPr>
      <a:lvl6pPr marL="457200" algn="l" rtl="0" fontAlgn="base">
        <a:lnSpc>
          <a:spcPct val="95000"/>
        </a:lnSpc>
        <a:spcBef>
          <a:spcPct val="0"/>
        </a:spcBef>
        <a:spcAft>
          <a:spcPct val="0"/>
        </a:spcAft>
        <a:defRPr sz="2400" b="1">
          <a:solidFill>
            <a:schemeClr val="accent1"/>
          </a:solidFill>
          <a:latin typeface="Arial" panose="020B0604020202020204" pitchFamily="34" charset="0"/>
          <a:cs typeface="Arial" panose="020B0604020202020204" pitchFamily="34" charset="0"/>
        </a:defRPr>
      </a:lvl6pPr>
      <a:lvl7pPr marL="914400" algn="l" rtl="0" fontAlgn="base">
        <a:lnSpc>
          <a:spcPct val="95000"/>
        </a:lnSpc>
        <a:spcBef>
          <a:spcPct val="0"/>
        </a:spcBef>
        <a:spcAft>
          <a:spcPct val="0"/>
        </a:spcAft>
        <a:defRPr sz="2400" b="1">
          <a:solidFill>
            <a:schemeClr val="accent1"/>
          </a:solidFill>
          <a:latin typeface="Arial" panose="020B0604020202020204" pitchFamily="34" charset="0"/>
          <a:cs typeface="Arial" panose="020B0604020202020204" pitchFamily="34" charset="0"/>
        </a:defRPr>
      </a:lvl7pPr>
      <a:lvl8pPr marL="1371600" algn="l" rtl="0" fontAlgn="base">
        <a:lnSpc>
          <a:spcPct val="95000"/>
        </a:lnSpc>
        <a:spcBef>
          <a:spcPct val="0"/>
        </a:spcBef>
        <a:spcAft>
          <a:spcPct val="0"/>
        </a:spcAft>
        <a:defRPr sz="2400" b="1">
          <a:solidFill>
            <a:schemeClr val="accent1"/>
          </a:solidFill>
          <a:latin typeface="Arial" panose="020B0604020202020204" pitchFamily="34" charset="0"/>
          <a:cs typeface="Arial" panose="020B0604020202020204" pitchFamily="34" charset="0"/>
        </a:defRPr>
      </a:lvl8pPr>
      <a:lvl9pPr marL="1828800" algn="l" rtl="0" fontAlgn="base">
        <a:lnSpc>
          <a:spcPct val="95000"/>
        </a:lnSpc>
        <a:spcBef>
          <a:spcPct val="0"/>
        </a:spcBef>
        <a:spcAft>
          <a:spcPct val="0"/>
        </a:spcAft>
        <a:defRPr sz="2400" b="1">
          <a:solidFill>
            <a:schemeClr val="accent1"/>
          </a:solidFill>
          <a:latin typeface="Arial" panose="020B0604020202020204" pitchFamily="34" charset="0"/>
          <a:cs typeface="Arial" panose="020B0604020202020204" pitchFamily="34" charset="0"/>
        </a:defRPr>
      </a:lvl9pPr>
    </p:titleStyle>
    <p:bodyStyle>
      <a:lvl1pPr marL="177800" indent="-177800" algn="l" rtl="0" fontAlgn="base">
        <a:spcBef>
          <a:spcPct val="0"/>
        </a:spcBef>
        <a:spcAft>
          <a:spcPts val="1200"/>
        </a:spcAft>
        <a:buClr>
          <a:schemeClr val="accent1"/>
        </a:buClr>
        <a:buSzPct val="125000"/>
        <a:buFont typeface="Arial" panose="020B0604020202020204" pitchFamily="34" charset="0"/>
        <a:buChar char="›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1pPr>
      <a:lvl2pPr marL="541655" indent="-184150" algn="l" rtl="0" fontAlgn="base">
        <a:spcBef>
          <a:spcPct val="0"/>
        </a:spcBef>
        <a:spcAft>
          <a:spcPts val="1200"/>
        </a:spcAft>
        <a:buClr>
          <a:schemeClr val="accent1"/>
        </a:buClr>
        <a:buSzPct val="125000"/>
        <a:buFont typeface="Arial" panose="020B0604020202020204" pitchFamily="34" charset="0"/>
        <a:buChar char="›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2pPr>
      <a:lvl3pPr marL="897255" indent="-177800" algn="l" rtl="0" fontAlgn="base">
        <a:spcBef>
          <a:spcPct val="0"/>
        </a:spcBef>
        <a:spcAft>
          <a:spcPts val="1200"/>
        </a:spcAft>
        <a:buClr>
          <a:schemeClr val="accent1"/>
        </a:buClr>
        <a:buSzPct val="125000"/>
        <a:buFont typeface="Arial" panose="020B0604020202020204" pitchFamily="34" charset="0"/>
        <a:buChar char="›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3pPr>
      <a:lvl4pPr marL="1254125" indent="-179705" algn="l" rtl="0" fontAlgn="base">
        <a:spcBef>
          <a:spcPct val="0"/>
        </a:spcBef>
        <a:spcAft>
          <a:spcPts val="1200"/>
        </a:spcAft>
        <a:buClr>
          <a:schemeClr val="accent1"/>
        </a:buClr>
        <a:buSzPct val="125000"/>
        <a:buFont typeface="Arial" panose="020B0604020202020204" pitchFamily="34" charset="0"/>
        <a:buChar char="›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4pPr>
      <a:lvl5pPr marL="1616075" indent="-177800" algn="l" rtl="0" fontAlgn="base">
        <a:spcBef>
          <a:spcPct val="0"/>
        </a:spcBef>
        <a:spcAft>
          <a:spcPts val="1200"/>
        </a:spcAft>
        <a:buClr>
          <a:schemeClr val="accent1"/>
        </a:buClr>
        <a:buSzPct val="125000"/>
        <a:buFont typeface="Arial" panose="020B0604020202020204" pitchFamily="34" charset="0"/>
        <a:buChar char="›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3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3.jpe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3.jpe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5.xml"/><Relationship Id="rId4" Type="http://schemas.openxmlformats.org/officeDocument/2006/relationships/slideLayout" Target="../slideLayouts/slideLayout3.xml"/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9" name="Text Box 4"/>
          <p:cNvSpPr txBox="1"/>
          <p:nvPr/>
        </p:nvSpPr>
        <p:spPr>
          <a:xfrm>
            <a:off x="2485390" y="2387600"/>
            <a:ext cx="4173220" cy="368300"/>
          </a:xfrm>
          <a:prstGeom prst="rect">
            <a:avLst/>
          </a:prstGeom>
          <a:noFill/>
          <a:ln w="9525">
            <a:noFill/>
          </a:ln>
        </p:spPr>
        <p:txBody>
          <a:bodyPr wrap="square" anchor="t">
            <a:spAutoFit/>
          </a:bodyPr>
          <a:lstStyle/>
          <a:p>
            <a:pPr algn="ctr"/>
            <a:r>
              <a:rPr 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{{Content}}</a:t>
            </a:r>
            <a:endParaRPr lang="en-US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3275965" y="3435985"/>
            <a:ext cx="2753360" cy="152463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>
              <a:lnSpc>
                <a:spcPct val="150000"/>
              </a:lnSpc>
            </a:pPr>
            <a:r>
              <a:rPr lang="zh-CN" altLang="en-US" sz="14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编制：</a:t>
            </a:r>
            <a:endParaRPr lang="en-US" altLang="zh-CN" sz="1400" dirty="0" smtClean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lnSpc>
                <a:spcPct val="150000"/>
              </a:lnSpc>
            </a:pPr>
            <a:r>
              <a:rPr lang="zh-CN" altLang="en-US" sz="14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审核：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lnSpc>
                <a:spcPct val="150000"/>
              </a:lnSpc>
            </a:pP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批准</a:t>
            </a:r>
            <a:r>
              <a:rPr lang="zh-CN" altLang="en-US" sz="14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lnSpc>
                <a:spcPct val="150000"/>
              </a:lnSpc>
            </a:pPr>
            <a:r>
              <a:rPr lang="zh-CN" altLang="en-US" sz="14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日期：</a:t>
            </a:r>
            <a:endParaRPr lang="en-US" altLang="zh-CN" sz="1400" dirty="0" smtClean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custDataLst>
      <p:tags r:id="rId1"/>
    </p:custData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3" name="灯片编号占位符 1"/>
          <p:cNvSpPr>
            <a:spLocks noGrp="1"/>
          </p:cNvSpPr>
          <p:nvPr>
            <p:ph type="sldNum" sz="quarter" idx="10"/>
          </p:nvPr>
        </p:nvSpPr>
        <p:spPr>
          <a:xfrm>
            <a:off x="8388350" y="4691063"/>
            <a:ext cx="360363" cy="112712"/>
          </a:xfrm>
          <a:noFill/>
          <a:ln>
            <a:noFill/>
          </a:ln>
        </p:spPr>
        <p:txBody>
          <a:bodyPr wrap="none" lIns="0" tIns="0" rIns="0" bIns="0" anchor="t"/>
          <a:lstStyle>
            <a:lvl1pPr marL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457200" lvl="1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2pPr>
            <a:lvl3pPr marL="914400" lvl="2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3pPr>
            <a:lvl4pPr marL="1371600" lvl="3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4pPr>
            <a:lvl5pPr marL="1828800" lvl="4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5pPr>
          </a:lstStyle>
          <a:p>
            <a:pPr lvl="0" algn="r"/>
            <a:fld id="{9A0DB2DC-4C9A-4742-B13C-FB6460FD3503}" type="slidenum">
              <a:rPr lang="en-US" altLang="zh-CN" sz="1000" b="1">
                <a:solidFill>
                  <a:schemeClr val="bg1"/>
                </a:solidFill>
                <a:latin typeface="Arial" panose="020B0604020202020204" pitchFamily="34" charset="0"/>
              </a:rPr>
            </a:fld>
            <a:endParaRPr lang="en-US" altLang="zh-CN" sz="1000" b="1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sp>
        <p:nvSpPr>
          <p:cNvPr id="8194" name="文本框 5"/>
          <p:cNvSpPr txBox="1"/>
          <p:nvPr/>
        </p:nvSpPr>
        <p:spPr>
          <a:xfrm>
            <a:off x="7734300" y="411163"/>
            <a:ext cx="1158875" cy="276225"/>
          </a:xfrm>
          <a:prstGeom prst="rect">
            <a:avLst/>
          </a:prstGeom>
          <a:noFill/>
          <a:ln w="9525">
            <a:noFill/>
          </a:ln>
        </p:spPr>
        <p:txBody>
          <a:bodyPr anchor="t">
            <a:spAutoFit/>
          </a:bodyPr>
          <a:lstStyle/>
          <a:p>
            <a:pPr algn="r"/>
            <a:r>
              <a:rPr lang="zh-CN" altLang="en-US" sz="1200">
                <a:latin typeface="微软雅黑" panose="020B0503020204020204" pitchFamily="34" charset="-122"/>
                <a:ea typeface="微软雅黑" panose="020B0503020204020204" pitchFamily="34" charset="-122"/>
                <a:sym typeface="黑体" panose="02010609060101010101" pitchFamily="49" charset="-122"/>
              </a:rPr>
              <a:t>目录</a:t>
            </a:r>
            <a:endParaRPr lang="zh-CN" altLang="en-US" sz="1200">
              <a:latin typeface="微软雅黑" panose="020B0503020204020204" pitchFamily="34" charset="-122"/>
              <a:ea typeface="微软雅黑" panose="020B0503020204020204" pitchFamily="34" charset="-122"/>
              <a:sym typeface="黑体" panose="02010609060101010101" pitchFamily="49" charset="-122"/>
            </a:endParaRPr>
          </a:p>
        </p:txBody>
      </p:sp>
      <p:grpSp>
        <p:nvGrpSpPr>
          <p:cNvPr id="21" name="组合 20"/>
          <p:cNvGrpSpPr/>
          <p:nvPr/>
        </p:nvGrpSpPr>
        <p:grpSpPr>
          <a:xfrm>
            <a:off x="3244255" y="1099052"/>
            <a:ext cx="2345759" cy="3692519"/>
            <a:chOff x="3255645" y="805821"/>
            <a:chExt cx="2345759" cy="3692519"/>
          </a:xfrm>
        </p:grpSpPr>
        <p:grpSp>
          <p:nvGrpSpPr>
            <p:cNvPr id="10" name="组合 9"/>
            <p:cNvGrpSpPr/>
            <p:nvPr/>
          </p:nvGrpSpPr>
          <p:grpSpPr>
            <a:xfrm>
              <a:off x="3255645" y="1218565"/>
              <a:ext cx="2345759" cy="3279775"/>
              <a:chOff x="3255645" y="1218565"/>
              <a:chExt cx="2345759" cy="3279775"/>
            </a:xfrm>
          </p:grpSpPr>
          <p:grpSp>
            <p:nvGrpSpPr>
              <p:cNvPr id="15" name="组合 14"/>
              <p:cNvGrpSpPr/>
              <p:nvPr/>
            </p:nvGrpSpPr>
            <p:grpSpPr>
              <a:xfrm>
                <a:off x="3258995" y="1218565"/>
                <a:ext cx="2333699" cy="423456"/>
                <a:chOff x="5177" y="1482"/>
                <a:chExt cx="3483" cy="632"/>
              </a:xfrm>
              <a:solidFill>
                <a:srgbClr val="EB4D5D"/>
              </a:solidFill>
            </p:grpSpPr>
            <p:sp>
              <p:nvSpPr>
                <p:cNvPr id="3" name="圆角矩形 2"/>
                <p:cNvSpPr/>
                <p:nvPr/>
              </p:nvSpPr>
              <p:spPr>
                <a:xfrm>
                  <a:off x="5544" y="1575"/>
                  <a:ext cx="3117" cy="445"/>
                </a:xfrm>
                <a:prstGeom prst="roundRect">
                  <a:avLst>
                    <a:gd name="adj" fmla="val 50000"/>
                  </a:avLst>
                </a:prstGeom>
                <a:grpFill/>
                <a:ln w="12700" cap="flat" cmpd="sng" algn="ctr">
                  <a:noFill/>
                  <a:prstDash val="solid"/>
                  <a:miter lim="800000"/>
                </a:ln>
                <a:effectLst>
                  <a:outerShdw blurRad="50800" dist="38100" dir="2700000" algn="tl" rotWithShape="0">
                    <a:srgbClr val="83B40D">
                      <a:lumMod val="75000"/>
                      <a:alpha val="40000"/>
                    </a:srgbClr>
                  </a:outerShdw>
                </a:effectLst>
              </p:spPr>
              <p:txBody>
                <a:bodyPr rot="0" spcFirstLastPara="0" vertOverflow="overflow" horzOverflow="overflow" vert="horz" wrap="square" lIns="297000" tIns="34290" rIns="68580" bIns="34290" numCol="1" spcCol="0" rtlCol="0" fromWordArt="0" anchor="ctr" anchorCtr="0" forceAA="0" compatLnSpc="1">
                  <a:normAutofit fontScale="97500"/>
                </a:bodyPr>
                <a:lstStyle/>
                <a:p>
                  <a:pPr fontAlgn="base"/>
                  <a:r>
                    <a:rPr lang="zh-CN" altLang="en-US" sz="900" noProof="1" smtClean="0">
                      <a:solidFill>
                        <a:schemeClr val="bg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  <a:sym typeface="+mn-ea"/>
                    </a:rPr>
                    <a:t>团队成立</a:t>
                  </a:r>
                  <a:endParaRPr lang="zh-CN" altLang="en-US" sz="900" strike="noStrike" noProof="1" smtClean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  <a:sym typeface="+mn-ea"/>
                  </a:endParaRPr>
                </a:p>
              </p:txBody>
            </p:sp>
            <p:sp>
              <p:nvSpPr>
                <p:cNvPr id="9" name="椭圆 8"/>
                <p:cNvSpPr/>
                <p:nvPr/>
              </p:nvSpPr>
              <p:spPr>
                <a:xfrm>
                  <a:off x="5177" y="1482"/>
                  <a:ext cx="632" cy="632"/>
                </a:xfrm>
                <a:prstGeom prst="ellipse">
                  <a:avLst/>
                </a:prstGeom>
                <a:grpFill/>
                <a:ln w="12700" cap="flat" cmpd="sng" algn="ctr">
                  <a:noFill/>
                  <a:prstDash val="solid"/>
                  <a:miter lim="800000"/>
                </a:ln>
                <a:effectLst>
                  <a:outerShdw blurRad="50800" dist="38100" dir="5400000" algn="t" rotWithShape="0">
                    <a:srgbClr val="FFFFFF">
                      <a:lumMod val="75000"/>
                      <a:alpha val="40000"/>
                    </a:srgbClr>
                  </a:outerShdw>
                </a:effectLst>
              </p:spPr>
              <p:txBody>
    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    <a:normAutofit/>
                </a:bodyPr>
                <a:lstStyle/>
                <a:p>
                  <a:pPr algn="ctr" fontAlgn="base"/>
                  <a:endParaRPr lang="zh-CN" altLang="en-US" sz="1350" strike="noStrike" noProof="1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  <p:sp>
              <p:nvSpPr>
                <p:cNvPr id="2" name="椭圆 1"/>
                <p:cNvSpPr/>
                <p:nvPr/>
              </p:nvSpPr>
              <p:spPr>
                <a:xfrm>
                  <a:off x="5231" y="1536"/>
                  <a:ext cx="523" cy="523"/>
                </a:xfrm>
                <a:prstGeom prst="ellipse">
                  <a:avLst/>
                </a:prstGeom>
                <a:grpFill/>
                <a:ln w="12700" cap="flat" cmpd="sng" algn="ctr">
                  <a:solidFill>
                    <a:srgbClr val="FFFFFF"/>
                  </a:solidFill>
                  <a:prstDash val="dash"/>
                  <a:miter lim="800000"/>
                </a:ln>
                <a:effectLst/>
              </p:spPr>
              <p:txBody>
  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  <a:normAutofit fontScale="67500" lnSpcReduction="20000"/>
                </a:bodyPr>
                <a:lstStyle/>
                <a:p>
                  <a:pPr algn="ctr" fontAlgn="base"/>
                  <a:r>
                    <a:rPr lang="en-US" altLang="zh-CN" sz="2100" strike="noStrike" noProof="1">
                      <a:solidFill>
                        <a:schemeClr val="bg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  <a:cs typeface="+mn-ea"/>
                    </a:rPr>
                    <a:t>D1</a:t>
                  </a:r>
                  <a:endParaRPr lang="en-US" altLang="zh-CN" sz="2100" strike="noStrike" noProof="1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  <a:cs typeface="+mn-ea"/>
                  </a:endParaRPr>
                </a:p>
              </p:txBody>
            </p:sp>
          </p:grpSp>
          <p:grpSp>
            <p:nvGrpSpPr>
              <p:cNvPr id="14" name="组合 13"/>
              <p:cNvGrpSpPr/>
              <p:nvPr/>
            </p:nvGrpSpPr>
            <p:grpSpPr>
              <a:xfrm>
                <a:off x="3263015" y="1626611"/>
                <a:ext cx="2334369" cy="423456"/>
                <a:chOff x="5183" y="2065"/>
                <a:chExt cx="3484" cy="632"/>
              </a:xfrm>
              <a:solidFill>
                <a:schemeClr val="tx1">
                  <a:lumMod val="65000"/>
                  <a:lumOff val="35000"/>
                </a:schemeClr>
              </a:solidFill>
            </p:grpSpPr>
            <p:sp>
              <p:nvSpPr>
                <p:cNvPr id="33" name="圆角矩形 32"/>
                <p:cNvSpPr/>
                <p:nvPr/>
              </p:nvSpPr>
              <p:spPr>
                <a:xfrm>
                  <a:off x="5551" y="2158"/>
                  <a:ext cx="3117" cy="445"/>
                </a:xfrm>
                <a:prstGeom prst="roundRect">
                  <a:avLst>
                    <a:gd name="adj" fmla="val 50000"/>
                  </a:avLst>
                </a:prstGeom>
                <a:grpFill/>
                <a:ln w="12700" cap="flat" cmpd="sng" algn="ctr">
                  <a:noFill/>
                  <a:prstDash val="solid"/>
                  <a:miter lim="800000"/>
                </a:ln>
                <a:effectLst>
                  <a:outerShdw blurRad="50800" dist="38100" dir="2700000" algn="tl" rotWithShape="0">
                    <a:srgbClr val="83B40D">
                      <a:lumMod val="75000"/>
                      <a:alpha val="40000"/>
                    </a:srgbClr>
                  </a:outerShdw>
                </a:effectLst>
              </p:spPr>
              <p:txBody>
                <a:bodyPr rot="0" spcFirstLastPara="0" vertOverflow="overflow" horzOverflow="overflow" vert="horz" wrap="square" lIns="297000" tIns="34290" rIns="68580" bIns="34290" numCol="1" spcCol="0" rtlCol="0" fromWordArt="0" anchor="ctr" anchorCtr="0" forceAA="0" compatLnSpc="1">
                  <a:normAutofit fontScale="95000" lnSpcReduction="10000"/>
                </a:bodyPr>
                <a:lstStyle/>
                <a:p>
                  <a:pPr fontAlgn="base"/>
                  <a:r>
                    <a:rPr lang="zh-CN" altLang="en-US" sz="1000" noProof="1">
                      <a:solidFill>
                        <a:schemeClr val="bg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  <a:sym typeface="+mn-ea"/>
                    </a:rPr>
                    <a:t>问题</a:t>
                  </a:r>
                  <a:r>
                    <a:rPr lang="zh-CN" altLang="en-US" sz="1000" strike="noStrike" noProof="1" smtClean="0">
                      <a:solidFill>
                        <a:schemeClr val="bg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  <a:cs typeface="+mn-cs"/>
                      <a:sym typeface="+mn-ea"/>
                    </a:rPr>
                    <a:t>描述</a:t>
                  </a:r>
                  <a:endParaRPr lang="zh-CN" altLang="en-US" sz="1000" strike="noStrike" noProof="1" smtClean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  <a:sym typeface="+mn-ea"/>
                  </a:endParaRPr>
                </a:p>
              </p:txBody>
            </p:sp>
            <p:sp>
              <p:nvSpPr>
                <p:cNvPr id="35" name="椭圆 34"/>
                <p:cNvSpPr/>
                <p:nvPr/>
              </p:nvSpPr>
              <p:spPr>
                <a:xfrm>
                  <a:off x="5183" y="2065"/>
                  <a:ext cx="632" cy="632"/>
                </a:xfrm>
                <a:prstGeom prst="ellipse">
                  <a:avLst/>
                </a:prstGeom>
                <a:grpFill/>
                <a:ln w="12700" cap="flat" cmpd="sng" algn="ctr">
                  <a:noFill/>
                  <a:prstDash val="solid"/>
                  <a:miter lim="800000"/>
                </a:ln>
                <a:effectLst>
                  <a:outerShdw blurRad="50800" dist="38100" dir="5400000" algn="t" rotWithShape="0">
                    <a:srgbClr val="FFFFFF">
                      <a:lumMod val="75000"/>
                      <a:alpha val="40000"/>
                    </a:srgbClr>
                  </a:outerShdw>
                </a:effectLst>
              </p:spPr>
              <p:txBody>
    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    <a:normAutofit/>
                </a:bodyPr>
                <a:lstStyle/>
                <a:p>
                  <a:pPr algn="ctr" fontAlgn="base"/>
                  <a:endParaRPr lang="zh-CN" altLang="en-US" sz="1350" strike="noStrike" noProof="1"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  <p:sp>
              <p:nvSpPr>
                <p:cNvPr id="36" name="椭圆 35"/>
                <p:cNvSpPr/>
                <p:nvPr/>
              </p:nvSpPr>
              <p:spPr>
                <a:xfrm>
                  <a:off x="5237" y="2119"/>
                  <a:ext cx="523" cy="523"/>
                </a:xfrm>
                <a:prstGeom prst="ellipse">
                  <a:avLst/>
                </a:prstGeom>
                <a:grpFill/>
                <a:ln w="12700" cap="flat" cmpd="sng" algn="ctr">
                  <a:solidFill>
                    <a:srgbClr val="FFFFFF"/>
                  </a:solidFill>
                  <a:prstDash val="dash"/>
                  <a:miter lim="800000"/>
                </a:ln>
                <a:effectLst/>
              </p:spPr>
              <p:txBody>
  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  <a:normAutofit fontScale="67500" lnSpcReduction="20000"/>
                </a:bodyPr>
                <a:lstStyle/>
                <a:p>
                  <a:pPr algn="ctr" fontAlgn="base"/>
                  <a:r>
                    <a:rPr lang="en-US" altLang="zh-CN" sz="2100" strike="noStrike" noProof="1">
                      <a:solidFill>
                        <a:srgbClr val="FFFFFF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  <a:cs typeface="+mn-ea"/>
                    </a:rPr>
                    <a:t>D2</a:t>
                  </a:r>
                  <a:endParaRPr lang="en-US" altLang="zh-CN" sz="2100" strike="noStrike" noProof="1">
                    <a:solidFill>
                      <a:srgbClr val="FFFFFF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  <a:cs typeface="+mn-ea"/>
                  </a:endParaRPr>
                </a:p>
              </p:txBody>
            </p:sp>
          </p:grpSp>
          <p:grpSp>
            <p:nvGrpSpPr>
              <p:cNvPr id="13" name="组合 12"/>
              <p:cNvGrpSpPr/>
              <p:nvPr/>
            </p:nvGrpSpPr>
            <p:grpSpPr>
              <a:xfrm>
                <a:off x="3260335" y="2034656"/>
                <a:ext cx="2333699" cy="423456"/>
                <a:chOff x="5177" y="2648"/>
                <a:chExt cx="3483" cy="632"/>
              </a:xfrm>
              <a:solidFill>
                <a:srgbClr val="EB4D5D"/>
              </a:solidFill>
            </p:grpSpPr>
            <p:sp>
              <p:nvSpPr>
                <p:cNvPr id="38" name="圆角矩形 37"/>
                <p:cNvSpPr/>
                <p:nvPr/>
              </p:nvSpPr>
              <p:spPr>
                <a:xfrm>
                  <a:off x="5544" y="2741"/>
                  <a:ext cx="3117" cy="445"/>
                </a:xfrm>
                <a:prstGeom prst="roundRect">
                  <a:avLst>
                    <a:gd name="adj" fmla="val 50000"/>
                  </a:avLst>
                </a:prstGeom>
                <a:grpFill/>
                <a:ln w="12700" cap="flat" cmpd="sng" algn="ctr">
                  <a:noFill/>
                  <a:prstDash val="solid"/>
                  <a:miter lim="800000"/>
                </a:ln>
                <a:effectLst>
                  <a:outerShdw blurRad="50800" dist="38100" dir="2700000" algn="tl" rotWithShape="0">
                    <a:srgbClr val="83B40D">
                      <a:lumMod val="75000"/>
                      <a:alpha val="40000"/>
                    </a:srgbClr>
                  </a:outerShdw>
                </a:effectLst>
              </p:spPr>
              <p:txBody>
                <a:bodyPr rot="0" spcFirstLastPara="0" vertOverflow="overflow" horzOverflow="overflow" vert="horz" wrap="square" lIns="297000" tIns="34290" rIns="68580" bIns="34290" numCol="1" spcCol="0" rtlCol="0" fromWordArt="0" anchor="ctr" anchorCtr="0" forceAA="0" compatLnSpc="1">
                  <a:normAutofit fontScale="95000" lnSpcReduction="10000"/>
                </a:bodyPr>
                <a:lstStyle/>
                <a:p>
                  <a:pPr fontAlgn="base"/>
                  <a:r>
                    <a:rPr lang="zh-CN" altLang="en-US" sz="1000" noProof="1" smtClean="0">
                      <a:solidFill>
                        <a:schemeClr val="bg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  <a:sym typeface="+mn-ea"/>
                    </a:rPr>
                    <a:t>临时措施</a:t>
                  </a:r>
                  <a:endParaRPr lang="zh-CN" altLang="en-US" sz="1000" strike="noStrike" noProof="1" smtClean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  <a:sym typeface="+mn-ea"/>
                  </a:endParaRPr>
                </a:p>
              </p:txBody>
            </p:sp>
            <p:sp>
              <p:nvSpPr>
                <p:cNvPr id="40" name="椭圆 39"/>
                <p:cNvSpPr/>
                <p:nvPr/>
              </p:nvSpPr>
              <p:spPr>
                <a:xfrm>
                  <a:off x="5177" y="2648"/>
                  <a:ext cx="632" cy="632"/>
                </a:xfrm>
                <a:prstGeom prst="ellipse">
                  <a:avLst/>
                </a:prstGeom>
                <a:grpFill/>
                <a:ln w="12700" cap="flat" cmpd="sng" algn="ctr">
                  <a:noFill/>
                  <a:prstDash val="solid"/>
                  <a:miter lim="800000"/>
                </a:ln>
                <a:effectLst>
                  <a:outerShdw blurRad="50800" dist="38100" dir="5400000" algn="t" rotWithShape="0">
                    <a:srgbClr val="FFFFFF">
                      <a:lumMod val="75000"/>
                      <a:alpha val="40000"/>
                    </a:srgbClr>
                  </a:outerShdw>
                </a:effectLst>
              </p:spPr>
              <p:txBody>
    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    <a:normAutofit/>
                </a:bodyPr>
                <a:lstStyle/>
                <a:p>
                  <a:pPr algn="ctr" fontAlgn="base"/>
                  <a:endParaRPr lang="zh-CN" altLang="en-US" sz="1350" strike="noStrike" noProof="1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  <p:sp>
              <p:nvSpPr>
                <p:cNvPr id="41" name="椭圆 40"/>
                <p:cNvSpPr/>
                <p:nvPr/>
              </p:nvSpPr>
              <p:spPr>
                <a:xfrm>
                  <a:off x="5231" y="2702"/>
                  <a:ext cx="523" cy="523"/>
                </a:xfrm>
                <a:prstGeom prst="ellipse">
                  <a:avLst/>
                </a:prstGeom>
                <a:grpFill/>
                <a:ln w="12700" cap="flat" cmpd="sng" algn="ctr">
                  <a:solidFill>
                    <a:srgbClr val="FFFFFF"/>
                  </a:solidFill>
                  <a:prstDash val="dash"/>
                  <a:miter lim="800000"/>
                </a:ln>
                <a:effectLst/>
              </p:spPr>
              <p:txBody>
  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  <a:normAutofit fontScale="67500" lnSpcReduction="20000"/>
                </a:bodyPr>
                <a:lstStyle/>
                <a:p>
                  <a:pPr algn="ctr" fontAlgn="base"/>
                  <a:r>
                    <a:rPr lang="en-US" altLang="zh-CN" sz="2100" strike="noStrike" noProof="1">
                      <a:solidFill>
                        <a:schemeClr val="bg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  <a:cs typeface="+mn-ea"/>
                    </a:rPr>
                    <a:t>D3</a:t>
                  </a:r>
                  <a:endParaRPr lang="en-US" altLang="zh-CN" sz="2100" strike="noStrike" noProof="1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  <a:cs typeface="+mn-ea"/>
                  </a:endParaRPr>
                </a:p>
              </p:txBody>
            </p:sp>
          </p:grpSp>
          <p:grpSp>
            <p:nvGrpSpPr>
              <p:cNvPr id="4" name="组合 3"/>
              <p:cNvGrpSpPr/>
              <p:nvPr/>
            </p:nvGrpSpPr>
            <p:grpSpPr>
              <a:xfrm>
                <a:off x="3265025" y="2442702"/>
                <a:ext cx="2334369" cy="423456"/>
                <a:chOff x="5183" y="3231"/>
                <a:chExt cx="3484" cy="632"/>
              </a:xfrm>
              <a:solidFill>
                <a:schemeClr val="tx1">
                  <a:lumMod val="65000"/>
                  <a:lumOff val="35000"/>
                </a:schemeClr>
              </a:solidFill>
            </p:grpSpPr>
            <p:sp>
              <p:nvSpPr>
                <p:cNvPr id="43" name="圆角矩形 42"/>
                <p:cNvSpPr/>
                <p:nvPr/>
              </p:nvSpPr>
              <p:spPr>
                <a:xfrm>
                  <a:off x="5551" y="3324"/>
                  <a:ext cx="3117" cy="445"/>
                </a:xfrm>
                <a:prstGeom prst="roundRect">
                  <a:avLst>
                    <a:gd name="adj" fmla="val 50000"/>
                  </a:avLst>
                </a:prstGeom>
                <a:grpFill/>
                <a:ln w="12700" cap="flat" cmpd="sng" algn="ctr">
                  <a:noFill/>
                  <a:prstDash val="solid"/>
                  <a:miter lim="800000"/>
                </a:ln>
                <a:effectLst>
                  <a:outerShdw blurRad="50800" dist="38100" dir="2700000" algn="tl" rotWithShape="0">
                    <a:srgbClr val="83B40D">
                      <a:lumMod val="75000"/>
                      <a:alpha val="40000"/>
                    </a:srgbClr>
                  </a:outerShdw>
                </a:effectLst>
              </p:spPr>
              <p:txBody>
                <a:bodyPr rot="0" spcFirstLastPara="0" vertOverflow="overflow" horzOverflow="overflow" vert="horz" wrap="square" lIns="297000" tIns="34290" rIns="68580" bIns="34290" numCol="1" spcCol="0" rtlCol="0" fromWordArt="0" anchor="ctr" anchorCtr="0" forceAA="0" compatLnSpc="1">
                  <a:normAutofit fontScale="95000" lnSpcReduction="10000"/>
                </a:bodyPr>
                <a:lstStyle/>
                <a:p>
                  <a:pPr fontAlgn="base"/>
                  <a:r>
                    <a:rPr lang="zh-CN" altLang="en-US" sz="1000" strike="noStrike" noProof="1" smtClean="0">
                      <a:solidFill>
                        <a:schemeClr val="bg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  <a:sym typeface="+mn-ea"/>
                    </a:rPr>
                    <a:t>原因分析</a:t>
                  </a:r>
                  <a:endParaRPr lang="zh-CN" altLang="en-US" sz="1000" strike="noStrike" noProof="1" smtClean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  <a:sym typeface="+mn-ea"/>
                  </a:endParaRPr>
                </a:p>
              </p:txBody>
            </p:sp>
            <p:sp>
              <p:nvSpPr>
                <p:cNvPr id="45" name="椭圆 44"/>
                <p:cNvSpPr/>
                <p:nvPr/>
              </p:nvSpPr>
              <p:spPr>
                <a:xfrm>
                  <a:off x="5183" y="3231"/>
                  <a:ext cx="632" cy="632"/>
                </a:xfrm>
                <a:prstGeom prst="ellipse">
                  <a:avLst/>
                </a:prstGeom>
                <a:grpFill/>
                <a:ln w="12700" cap="flat" cmpd="sng" algn="ctr">
                  <a:noFill/>
                  <a:prstDash val="solid"/>
                  <a:miter lim="800000"/>
                </a:ln>
                <a:effectLst>
                  <a:outerShdw blurRad="50800" dist="38100" dir="5400000" algn="t" rotWithShape="0">
                    <a:srgbClr val="FFFFFF">
                      <a:lumMod val="75000"/>
                      <a:alpha val="40000"/>
                    </a:srgbClr>
                  </a:outerShdw>
                </a:effectLst>
              </p:spPr>
              <p:txBody>
    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    <a:normAutofit/>
                </a:bodyPr>
                <a:lstStyle/>
                <a:p>
                  <a:pPr algn="ctr" fontAlgn="base"/>
                  <a:endParaRPr lang="zh-CN" altLang="en-US" sz="1350" strike="noStrike" noProof="1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  <p:sp>
              <p:nvSpPr>
                <p:cNvPr id="46" name="椭圆 45"/>
                <p:cNvSpPr/>
                <p:nvPr/>
              </p:nvSpPr>
              <p:spPr>
                <a:xfrm>
                  <a:off x="5237" y="3285"/>
                  <a:ext cx="523" cy="523"/>
                </a:xfrm>
                <a:prstGeom prst="ellipse">
                  <a:avLst/>
                </a:prstGeom>
                <a:grpFill/>
                <a:ln w="12700" cap="flat" cmpd="sng" algn="ctr">
                  <a:solidFill>
                    <a:srgbClr val="FFFFFF"/>
                  </a:solidFill>
                  <a:prstDash val="dash"/>
                  <a:miter lim="800000"/>
                </a:ln>
                <a:effectLst/>
              </p:spPr>
              <p:txBody>
  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  <a:normAutofit fontScale="67500" lnSpcReduction="20000"/>
                </a:bodyPr>
                <a:lstStyle/>
                <a:p>
                  <a:pPr algn="ctr" fontAlgn="base"/>
                  <a:r>
                    <a:rPr lang="en-US" altLang="zh-CN" sz="2100" strike="noStrike" noProof="1">
                      <a:solidFill>
                        <a:schemeClr val="bg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  <a:cs typeface="+mn-ea"/>
                    </a:rPr>
                    <a:t>D4</a:t>
                  </a:r>
                  <a:endParaRPr lang="en-US" altLang="zh-CN" sz="2100" strike="noStrike" noProof="1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  <a:cs typeface="+mn-ea"/>
                  </a:endParaRPr>
                </a:p>
              </p:txBody>
            </p:sp>
          </p:grpSp>
          <p:grpSp>
            <p:nvGrpSpPr>
              <p:cNvPr id="12" name="组合 11"/>
              <p:cNvGrpSpPr/>
              <p:nvPr/>
            </p:nvGrpSpPr>
            <p:grpSpPr>
              <a:xfrm>
                <a:off x="3261675" y="2850747"/>
                <a:ext cx="2333699" cy="423456"/>
                <a:chOff x="5177" y="3814"/>
                <a:chExt cx="3483" cy="632"/>
              </a:xfrm>
              <a:solidFill>
                <a:srgbClr val="EB4D5D"/>
              </a:solidFill>
            </p:grpSpPr>
            <p:sp>
              <p:nvSpPr>
                <p:cNvPr id="48" name="圆角矩形 47"/>
                <p:cNvSpPr/>
                <p:nvPr/>
              </p:nvSpPr>
              <p:spPr>
                <a:xfrm>
                  <a:off x="5544" y="3907"/>
                  <a:ext cx="3117" cy="445"/>
                </a:xfrm>
                <a:prstGeom prst="roundRect">
                  <a:avLst>
                    <a:gd name="adj" fmla="val 50000"/>
                  </a:avLst>
                </a:prstGeom>
                <a:grpFill/>
                <a:ln w="12700" cap="flat" cmpd="sng" algn="ctr">
                  <a:noFill/>
                  <a:prstDash val="solid"/>
                  <a:miter lim="800000"/>
                </a:ln>
                <a:effectLst>
                  <a:outerShdw blurRad="50800" dist="38100" dir="2700000" algn="tl" rotWithShape="0">
                    <a:srgbClr val="83B40D">
                      <a:lumMod val="75000"/>
                      <a:alpha val="40000"/>
                    </a:srgbClr>
                  </a:outerShdw>
                </a:effectLst>
              </p:spPr>
              <p:txBody>
                <a:bodyPr rot="0" spcFirstLastPara="0" vertOverflow="overflow" horzOverflow="overflow" vert="horz" wrap="square" lIns="297000" tIns="34290" rIns="68580" bIns="34290" numCol="1" spcCol="0" rtlCol="0" fromWordArt="0" anchor="ctr" anchorCtr="0" forceAA="0" compatLnSpc="1"/>
                <a:lstStyle/>
                <a:p>
                  <a:pPr fontAlgn="base"/>
                  <a:r>
                    <a:rPr lang="zh-CN" altLang="en-US" sz="1000" strike="noStrike" noProof="1" smtClean="0">
                      <a:solidFill>
                        <a:schemeClr val="bg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  <a:cs typeface="+mn-cs"/>
                      <a:sym typeface="+mn-ea"/>
                    </a:rPr>
                    <a:t>长期对策</a:t>
                  </a:r>
                  <a:endParaRPr lang="zh-CN" altLang="en-US" sz="1000" strike="noStrike" noProof="1" smtClean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  <a:cs typeface="+mn-cs"/>
                    <a:sym typeface="+mn-ea"/>
                  </a:endParaRPr>
                </a:p>
              </p:txBody>
            </p:sp>
            <p:sp>
              <p:nvSpPr>
                <p:cNvPr id="50" name="椭圆 49"/>
                <p:cNvSpPr/>
                <p:nvPr/>
              </p:nvSpPr>
              <p:spPr>
                <a:xfrm>
                  <a:off x="5177" y="3814"/>
                  <a:ext cx="632" cy="632"/>
                </a:xfrm>
                <a:prstGeom prst="ellipse">
                  <a:avLst/>
                </a:prstGeom>
                <a:grpFill/>
                <a:ln w="12700" cap="flat" cmpd="sng" algn="ctr">
                  <a:noFill/>
                  <a:prstDash val="solid"/>
                  <a:miter lim="800000"/>
                </a:ln>
                <a:effectLst>
                  <a:outerShdw blurRad="50800" dist="38100" dir="5400000" algn="t" rotWithShape="0">
                    <a:srgbClr val="FFFFFF">
                      <a:lumMod val="75000"/>
                      <a:alpha val="40000"/>
                    </a:srgbClr>
                  </a:outerShdw>
                </a:effectLst>
              </p:spPr>
              <p:txBody>
    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    <a:normAutofit/>
                </a:bodyPr>
                <a:lstStyle/>
                <a:p>
                  <a:pPr algn="ctr" fontAlgn="base"/>
                  <a:endParaRPr lang="zh-CN" altLang="en-US" sz="1350" strike="noStrike" noProof="1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  <p:sp>
              <p:nvSpPr>
                <p:cNvPr id="51" name="椭圆 50"/>
                <p:cNvSpPr/>
                <p:nvPr/>
              </p:nvSpPr>
              <p:spPr>
                <a:xfrm>
                  <a:off x="5231" y="3868"/>
                  <a:ext cx="523" cy="523"/>
                </a:xfrm>
                <a:prstGeom prst="ellipse">
                  <a:avLst/>
                </a:prstGeom>
                <a:grpFill/>
                <a:ln w="12700" cap="flat" cmpd="sng" algn="ctr">
                  <a:solidFill>
                    <a:srgbClr val="FFFFFF"/>
                  </a:solidFill>
                  <a:prstDash val="dash"/>
                  <a:miter lim="800000"/>
                </a:ln>
                <a:effectLst/>
              </p:spPr>
              <p:txBody>
  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  <a:normAutofit fontScale="67500" lnSpcReduction="20000"/>
                </a:bodyPr>
                <a:lstStyle/>
                <a:p>
                  <a:pPr algn="ctr" fontAlgn="base"/>
                  <a:r>
                    <a:rPr lang="en-US" altLang="zh-CN" sz="2100" strike="noStrike" noProof="1">
                      <a:solidFill>
                        <a:schemeClr val="bg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  <a:cs typeface="+mn-ea"/>
                    </a:rPr>
                    <a:t>D5</a:t>
                  </a:r>
                  <a:endParaRPr lang="en-US" altLang="zh-CN" sz="2100" strike="noStrike" noProof="1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  <a:cs typeface="+mn-ea"/>
                  </a:endParaRPr>
                </a:p>
              </p:txBody>
            </p:sp>
          </p:grpSp>
          <p:grpSp>
            <p:nvGrpSpPr>
              <p:cNvPr id="11" name="组合 10"/>
              <p:cNvGrpSpPr/>
              <p:nvPr/>
            </p:nvGrpSpPr>
            <p:grpSpPr>
              <a:xfrm>
                <a:off x="3267035" y="3258793"/>
                <a:ext cx="2334369" cy="423456"/>
                <a:chOff x="5183" y="4397"/>
                <a:chExt cx="3484" cy="632"/>
              </a:xfrm>
              <a:solidFill>
                <a:schemeClr val="tx1">
                  <a:lumMod val="65000"/>
                  <a:lumOff val="35000"/>
                </a:schemeClr>
              </a:solidFill>
            </p:grpSpPr>
            <p:sp>
              <p:nvSpPr>
                <p:cNvPr id="29" name="圆角矩形 28"/>
                <p:cNvSpPr/>
                <p:nvPr/>
              </p:nvSpPr>
              <p:spPr>
                <a:xfrm>
                  <a:off x="5551" y="4491"/>
                  <a:ext cx="3117" cy="445"/>
                </a:xfrm>
                <a:prstGeom prst="roundRect">
                  <a:avLst>
                    <a:gd name="adj" fmla="val 50000"/>
                  </a:avLst>
                </a:prstGeom>
                <a:grpFill/>
                <a:ln w="12700" cap="flat" cmpd="sng" algn="ctr">
                  <a:noFill/>
                  <a:prstDash val="solid"/>
                  <a:miter lim="800000"/>
                </a:ln>
                <a:effectLst>
                  <a:outerShdw blurRad="50800" dist="38100" dir="2700000" algn="tl" rotWithShape="0">
                    <a:srgbClr val="83B40D">
                      <a:lumMod val="75000"/>
                      <a:alpha val="40000"/>
                    </a:srgbClr>
                  </a:outerShdw>
                </a:effectLst>
              </p:spPr>
              <p:txBody>
                <a:bodyPr rot="0" spcFirstLastPara="0" vertOverflow="overflow" horzOverflow="overflow" vert="horz" wrap="square" lIns="297000" tIns="34290" rIns="68580" bIns="34290" numCol="1" spcCol="0" rtlCol="0" fromWordArt="0" anchor="ctr" anchorCtr="0" forceAA="0" compatLnSpc="1">
                  <a:normAutofit fontScale="95000" lnSpcReduction="10000"/>
                </a:bodyPr>
                <a:lstStyle/>
                <a:p>
                  <a:pPr fontAlgn="base"/>
                  <a:r>
                    <a:rPr lang="zh-CN" altLang="en-US" sz="1000" strike="noStrike" noProof="1" smtClean="0">
                      <a:solidFill>
                        <a:schemeClr val="bg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  <a:cs typeface="+mn-cs"/>
                      <a:sym typeface="+mn-ea"/>
                    </a:rPr>
                    <a:t>效果验证</a:t>
                  </a:r>
                  <a:endParaRPr lang="zh-CN" altLang="en-US" sz="1000" strike="noStrike" noProof="1" smtClean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  <a:sym typeface="+mn-ea"/>
                  </a:endParaRPr>
                </a:p>
              </p:txBody>
            </p:sp>
            <p:sp>
              <p:nvSpPr>
                <p:cNvPr id="31" name="椭圆 30"/>
                <p:cNvSpPr/>
                <p:nvPr/>
              </p:nvSpPr>
              <p:spPr>
                <a:xfrm>
                  <a:off x="5183" y="4397"/>
                  <a:ext cx="632" cy="632"/>
                </a:xfrm>
                <a:prstGeom prst="ellipse">
                  <a:avLst/>
                </a:prstGeom>
                <a:grpFill/>
                <a:ln w="12700" cap="flat" cmpd="sng" algn="ctr">
                  <a:noFill/>
                  <a:prstDash val="solid"/>
                  <a:miter lim="800000"/>
                </a:ln>
                <a:effectLst>
                  <a:outerShdw blurRad="50800" dist="38100" dir="5400000" algn="t" rotWithShape="0">
                    <a:srgbClr val="FFFFFF">
                      <a:lumMod val="75000"/>
                      <a:alpha val="40000"/>
                    </a:srgbClr>
                  </a:outerShdw>
                </a:effectLst>
              </p:spPr>
              <p:txBody>
    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    <a:normAutofit/>
                </a:bodyPr>
                <a:lstStyle/>
                <a:p>
                  <a:pPr algn="ctr" fontAlgn="base"/>
                  <a:endParaRPr lang="zh-CN" altLang="en-US" sz="1350" strike="noStrike" noProof="1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  <p:sp>
              <p:nvSpPr>
                <p:cNvPr id="32" name="椭圆 31"/>
                <p:cNvSpPr/>
                <p:nvPr/>
              </p:nvSpPr>
              <p:spPr>
                <a:xfrm>
                  <a:off x="5237" y="4451"/>
                  <a:ext cx="523" cy="523"/>
                </a:xfrm>
                <a:prstGeom prst="ellipse">
                  <a:avLst/>
                </a:prstGeom>
                <a:grpFill/>
                <a:ln w="12700" cap="flat" cmpd="sng" algn="ctr">
                  <a:solidFill>
                    <a:srgbClr val="FFFFFF"/>
                  </a:solidFill>
                  <a:prstDash val="dash"/>
                  <a:miter lim="800000"/>
                </a:ln>
                <a:effectLst/>
              </p:spPr>
              <p:txBody>
  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  <a:normAutofit fontScale="67500" lnSpcReduction="20000"/>
                </a:bodyPr>
                <a:lstStyle/>
                <a:p>
                  <a:pPr algn="ctr" fontAlgn="base"/>
                  <a:r>
                    <a:rPr lang="en-US" altLang="zh-CN" sz="2100" strike="noStrike" noProof="1">
                      <a:solidFill>
                        <a:schemeClr val="bg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  <a:cs typeface="+mn-ea"/>
                    </a:rPr>
                    <a:t>D6</a:t>
                  </a:r>
                  <a:endParaRPr lang="en-US" altLang="zh-CN" sz="2100" strike="noStrike" noProof="1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  <a:cs typeface="+mn-ea"/>
                  </a:endParaRPr>
                </a:p>
              </p:txBody>
            </p:sp>
          </p:grpSp>
          <p:grpSp>
            <p:nvGrpSpPr>
              <p:cNvPr id="8" name="组合 7"/>
              <p:cNvGrpSpPr/>
              <p:nvPr/>
            </p:nvGrpSpPr>
            <p:grpSpPr>
              <a:xfrm>
                <a:off x="3257655" y="3666838"/>
                <a:ext cx="2333699" cy="423456"/>
                <a:chOff x="5176" y="5031"/>
                <a:chExt cx="3483" cy="632"/>
              </a:xfrm>
              <a:solidFill>
                <a:srgbClr val="EB4D5D"/>
              </a:solidFill>
            </p:grpSpPr>
            <p:sp>
              <p:nvSpPr>
                <p:cNvPr id="5" name="圆角矩形 4"/>
                <p:cNvSpPr/>
                <p:nvPr/>
              </p:nvSpPr>
              <p:spPr>
                <a:xfrm>
                  <a:off x="5543" y="5124"/>
                  <a:ext cx="3117" cy="445"/>
                </a:xfrm>
                <a:prstGeom prst="roundRect">
                  <a:avLst>
                    <a:gd name="adj" fmla="val 50000"/>
                  </a:avLst>
                </a:prstGeom>
                <a:grpFill/>
                <a:ln w="12700" cap="flat" cmpd="sng" algn="ctr">
                  <a:noFill/>
                  <a:prstDash val="solid"/>
                  <a:miter lim="800000"/>
                </a:ln>
                <a:effectLst>
                  <a:outerShdw blurRad="50800" dist="38100" dir="2700000" algn="tl" rotWithShape="0">
                    <a:srgbClr val="83B40D">
                      <a:lumMod val="75000"/>
                      <a:alpha val="40000"/>
                    </a:srgbClr>
                  </a:outerShdw>
                </a:effectLst>
              </p:spPr>
              <p:txBody>
                <a:bodyPr rot="0" spcFirstLastPara="0" vertOverflow="overflow" horzOverflow="overflow" vert="horz" wrap="square" lIns="297000" tIns="34290" rIns="68580" bIns="34290" numCol="1" spcCol="0" rtlCol="0" fromWordArt="0" anchor="ctr" anchorCtr="0" forceAA="0" compatLnSpc="1">
                  <a:normAutofit fontScale="95000" lnSpcReduction="10000"/>
                </a:bodyPr>
                <a:lstStyle/>
                <a:p>
                  <a:pPr fontAlgn="base"/>
                  <a:r>
                    <a:rPr lang="zh-CN" altLang="en-US" sz="1000" strike="noStrike" noProof="1" smtClean="0">
                      <a:solidFill>
                        <a:schemeClr val="bg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  <a:cs typeface="+mn-cs"/>
                      <a:sym typeface="+mn-ea"/>
                    </a:rPr>
                    <a:t>预防措施</a:t>
                  </a:r>
                  <a:endParaRPr lang="zh-CN" altLang="en-US" sz="1000" strike="noStrike" noProof="1" smtClean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  <a:sym typeface="+mn-ea"/>
                  </a:endParaRPr>
                </a:p>
              </p:txBody>
            </p:sp>
            <p:sp>
              <p:nvSpPr>
                <p:cNvPr id="6" name="椭圆 5"/>
                <p:cNvSpPr/>
                <p:nvPr/>
              </p:nvSpPr>
              <p:spPr>
                <a:xfrm>
                  <a:off x="5176" y="5031"/>
                  <a:ext cx="632" cy="632"/>
                </a:xfrm>
                <a:prstGeom prst="ellipse">
                  <a:avLst/>
                </a:prstGeom>
                <a:grpFill/>
                <a:ln w="12700" cap="flat" cmpd="sng" algn="ctr">
                  <a:noFill/>
                  <a:prstDash val="solid"/>
                  <a:miter lim="800000"/>
                </a:ln>
                <a:effectLst>
                  <a:outerShdw blurRad="50800" dist="38100" dir="5400000" algn="t" rotWithShape="0">
                    <a:srgbClr val="FFFFFF">
                      <a:lumMod val="75000"/>
                      <a:alpha val="40000"/>
                    </a:srgbClr>
                  </a:outerShdw>
                </a:effectLst>
              </p:spPr>
              <p:txBody>
    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    <a:normAutofit/>
                </a:bodyPr>
                <a:lstStyle/>
                <a:p>
                  <a:pPr algn="ctr" fontAlgn="base"/>
                  <a:endParaRPr lang="zh-CN" altLang="en-US" sz="1350" strike="noStrike" noProof="1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  <p:sp>
              <p:nvSpPr>
                <p:cNvPr id="7" name="椭圆 6"/>
                <p:cNvSpPr/>
                <p:nvPr/>
              </p:nvSpPr>
              <p:spPr>
                <a:xfrm>
                  <a:off x="5230" y="5085"/>
                  <a:ext cx="523" cy="523"/>
                </a:xfrm>
                <a:prstGeom prst="ellipse">
                  <a:avLst/>
                </a:prstGeom>
                <a:grpFill/>
                <a:ln w="12700" cap="flat" cmpd="sng" algn="ctr">
                  <a:solidFill>
                    <a:srgbClr val="FFFFFF"/>
                  </a:solidFill>
                  <a:prstDash val="dash"/>
                  <a:miter lim="800000"/>
                </a:ln>
                <a:effectLst/>
              </p:spPr>
              <p:txBody>
  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  <a:normAutofit fontScale="67500" lnSpcReduction="20000"/>
                </a:bodyPr>
                <a:lstStyle/>
                <a:p>
                  <a:pPr algn="ctr" fontAlgn="base"/>
                  <a:r>
                    <a:rPr lang="en-US" altLang="zh-CN" sz="2100" strike="noStrike" noProof="1">
                      <a:solidFill>
                        <a:schemeClr val="bg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  <a:cs typeface="+mn-ea"/>
                    </a:rPr>
                    <a:t>D7</a:t>
                  </a:r>
                  <a:endParaRPr lang="en-US" altLang="zh-CN" sz="2100" strike="noStrike" noProof="1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  <a:cs typeface="+mn-ea"/>
                  </a:endParaRPr>
                </a:p>
              </p:txBody>
            </p:sp>
          </p:grpSp>
          <p:grpSp>
            <p:nvGrpSpPr>
              <p:cNvPr id="16" name="组合 15"/>
              <p:cNvGrpSpPr/>
              <p:nvPr/>
            </p:nvGrpSpPr>
            <p:grpSpPr>
              <a:xfrm>
                <a:off x="3255645" y="4074884"/>
                <a:ext cx="2334369" cy="423456"/>
                <a:chOff x="5183" y="3231"/>
                <a:chExt cx="3484" cy="632"/>
              </a:xfrm>
              <a:solidFill>
                <a:schemeClr val="tx1">
                  <a:lumMod val="65000"/>
                  <a:lumOff val="35000"/>
                </a:schemeClr>
              </a:solidFill>
            </p:grpSpPr>
            <p:sp>
              <p:nvSpPr>
                <p:cNvPr id="17" name="圆角矩形 16"/>
                <p:cNvSpPr/>
                <p:nvPr/>
              </p:nvSpPr>
              <p:spPr>
                <a:xfrm>
                  <a:off x="5551" y="3324"/>
                  <a:ext cx="3117" cy="445"/>
                </a:xfrm>
                <a:prstGeom prst="roundRect">
                  <a:avLst>
                    <a:gd name="adj" fmla="val 50000"/>
                  </a:avLst>
                </a:prstGeom>
                <a:grpFill/>
                <a:ln w="12700" cap="flat" cmpd="sng" algn="ctr">
                  <a:noFill/>
                  <a:prstDash val="solid"/>
                  <a:miter lim="800000"/>
                </a:ln>
                <a:effectLst>
                  <a:outerShdw blurRad="50800" dist="38100" dir="2700000" algn="tl" rotWithShape="0">
                    <a:srgbClr val="83B40D">
                      <a:lumMod val="75000"/>
                      <a:alpha val="40000"/>
                    </a:srgbClr>
                  </a:outerShdw>
                </a:effectLst>
              </p:spPr>
              <p:txBody>
                <a:bodyPr rot="0" spcFirstLastPara="0" vertOverflow="overflow" horzOverflow="overflow" vert="horz" wrap="square" lIns="297000" tIns="34290" rIns="68580" bIns="34290" numCol="1" spcCol="0" rtlCol="0" fromWordArt="0" anchor="ctr" anchorCtr="0" forceAA="0" compatLnSpc="1">
                  <a:normAutofit fontScale="95000" lnSpcReduction="10000"/>
                </a:bodyPr>
                <a:lstStyle/>
                <a:p>
                  <a:pPr fontAlgn="base"/>
                  <a:r>
                    <a:rPr lang="zh-CN" altLang="en-US" sz="1000" strike="noStrike" noProof="1" smtClean="0">
                      <a:solidFill>
                        <a:schemeClr val="bg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  <a:cs typeface="+mn-cs"/>
                      <a:sym typeface="+mn-ea"/>
                    </a:rPr>
                    <a:t>结案总结</a:t>
                  </a:r>
                  <a:endParaRPr lang="zh-CN" altLang="en-US" sz="1000" strike="noStrike" noProof="1" smtClean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  <a:sym typeface="+mn-ea"/>
                  </a:endParaRPr>
                </a:p>
              </p:txBody>
            </p:sp>
            <p:sp>
              <p:nvSpPr>
                <p:cNvPr id="18" name="椭圆 17"/>
                <p:cNvSpPr/>
                <p:nvPr/>
              </p:nvSpPr>
              <p:spPr>
                <a:xfrm>
                  <a:off x="5183" y="3231"/>
                  <a:ext cx="632" cy="632"/>
                </a:xfrm>
                <a:prstGeom prst="ellipse">
                  <a:avLst/>
                </a:prstGeom>
                <a:grpFill/>
                <a:ln w="12700" cap="flat" cmpd="sng" algn="ctr">
                  <a:noFill/>
                  <a:prstDash val="solid"/>
                  <a:miter lim="800000"/>
                </a:ln>
                <a:effectLst>
                  <a:outerShdw blurRad="50800" dist="38100" dir="5400000" algn="t" rotWithShape="0">
                    <a:srgbClr val="FFFFFF">
                      <a:lumMod val="75000"/>
                      <a:alpha val="40000"/>
                    </a:srgbClr>
                  </a:outerShdw>
                </a:effectLst>
              </p:spPr>
              <p:txBody>
    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    <a:normAutofit/>
                </a:bodyPr>
                <a:lstStyle/>
                <a:p>
                  <a:pPr algn="ctr" fontAlgn="base"/>
                  <a:endParaRPr lang="zh-CN" altLang="en-US" sz="1350" strike="noStrike" noProof="1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  <p:sp>
              <p:nvSpPr>
                <p:cNvPr id="19" name="椭圆 18"/>
                <p:cNvSpPr/>
                <p:nvPr/>
              </p:nvSpPr>
              <p:spPr>
                <a:xfrm>
                  <a:off x="5237" y="3285"/>
                  <a:ext cx="523" cy="523"/>
                </a:xfrm>
                <a:prstGeom prst="ellipse">
                  <a:avLst/>
                </a:prstGeom>
                <a:grpFill/>
                <a:ln w="12700" cap="flat" cmpd="sng" algn="ctr">
                  <a:solidFill>
                    <a:srgbClr val="FFFFFF"/>
                  </a:solidFill>
                  <a:prstDash val="dash"/>
                  <a:miter lim="800000"/>
                </a:ln>
                <a:effectLst/>
              </p:spPr>
              <p:txBody>
  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  <a:normAutofit fontScale="67500" lnSpcReduction="20000"/>
                </a:bodyPr>
                <a:lstStyle/>
                <a:p>
                  <a:pPr algn="ctr" fontAlgn="base"/>
                  <a:r>
                    <a:rPr lang="en-US" altLang="zh-CN" sz="2100" strike="noStrike" noProof="1">
                      <a:solidFill>
                        <a:schemeClr val="bg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  <a:cs typeface="+mn-ea"/>
                    </a:rPr>
                    <a:t>D8</a:t>
                  </a:r>
                  <a:endParaRPr lang="en-US" altLang="zh-CN" sz="2100" strike="noStrike" noProof="1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  <a:cs typeface="+mn-ea"/>
                  </a:endParaRPr>
                </a:p>
              </p:txBody>
            </p:sp>
          </p:grpSp>
        </p:grpSp>
        <p:grpSp>
          <p:nvGrpSpPr>
            <p:cNvPr id="37" name="组合 36"/>
            <p:cNvGrpSpPr/>
            <p:nvPr/>
          </p:nvGrpSpPr>
          <p:grpSpPr>
            <a:xfrm>
              <a:off x="3255645" y="805821"/>
              <a:ext cx="2333699" cy="423456"/>
              <a:chOff x="5177" y="1482"/>
              <a:chExt cx="3483" cy="632"/>
            </a:xfrm>
            <a:solidFill>
              <a:srgbClr val="EB4D5D"/>
            </a:solidFill>
          </p:grpSpPr>
          <p:sp>
            <p:nvSpPr>
              <p:cNvPr id="39" name="圆角矩形 38"/>
              <p:cNvSpPr/>
              <p:nvPr/>
            </p:nvSpPr>
            <p:spPr>
              <a:xfrm>
                <a:off x="5544" y="1575"/>
                <a:ext cx="3117" cy="445"/>
              </a:xfrm>
              <a:prstGeom prst="roundRect">
                <a:avLst>
                  <a:gd name="adj" fmla="val 50000"/>
                </a:avLst>
              </a:prstGeom>
              <a:grpFill/>
              <a:ln w="12700" cap="flat" cmpd="sng" algn="ctr">
                <a:noFill/>
                <a:prstDash val="solid"/>
                <a:miter lim="800000"/>
              </a:ln>
              <a:effectLst>
                <a:outerShdw blurRad="50800" dist="38100" dir="2700000" algn="tl" rotWithShape="0">
                  <a:srgbClr val="83B40D">
                    <a:lumMod val="75000"/>
                    <a:alpha val="40000"/>
                  </a:srgbClr>
                </a:outerShdw>
              </a:effectLst>
            </p:spPr>
            <p:txBody>
              <a:bodyPr rot="0" spcFirstLastPara="0" vertOverflow="overflow" horzOverflow="overflow" vert="horz" wrap="square" lIns="297000" tIns="34290" rIns="68580" bIns="34290" numCol="1" spcCol="0" rtlCol="0" fromWordArt="0" anchor="ctr" anchorCtr="0" forceAA="0" compatLnSpc="1">
                <a:normAutofit fontScale="97500"/>
              </a:bodyPr>
              <a:lstStyle/>
              <a:p>
                <a:pPr fontAlgn="base"/>
                <a:r>
                  <a:rPr lang="zh-CN" altLang="en-US" sz="900" noProof="1" smtClean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  <a:sym typeface="+mn-ea"/>
                  </a:rPr>
                  <a:t>相关信息</a:t>
                </a:r>
                <a:endParaRPr lang="zh-CN" altLang="en-US" sz="900" strike="noStrike" noProof="1" smtClean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+mn-ea"/>
                </a:endParaRPr>
              </a:p>
            </p:txBody>
          </p:sp>
          <p:sp>
            <p:nvSpPr>
              <p:cNvPr id="42" name="椭圆 41"/>
              <p:cNvSpPr/>
              <p:nvPr/>
            </p:nvSpPr>
            <p:spPr>
              <a:xfrm>
                <a:off x="5177" y="1482"/>
                <a:ext cx="632" cy="632"/>
              </a:xfrm>
              <a:prstGeom prst="ellipse">
                <a:avLst/>
              </a:prstGeom>
              <a:grpFill/>
              <a:ln w="12700" cap="flat" cmpd="sng" algn="ctr">
                <a:noFill/>
                <a:prstDash val="solid"/>
                <a:miter lim="800000"/>
              </a:ln>
              <a:effectLst>
                <a:outerShdw blurRad="50800" dist="38100" dir="5400000" algn="t" rotWithShape="0">
                  <a:srgbClr val="FFFFFF">
                    <a:lumMod val="75000"/>
                    <a:alpha val="40000"/>
                  </a:srgbClr>
                </a:outerShdw>
              </a:effectLst>
            </p:spPr>
            <p:txBody>
  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  <a:normAutofit/>
              </a:bodyPr>
              <a:lstStyle/>
              <a:p>
                <a:pPr algn="ctr" fontAlgn="base"/>
                <a:endParaRPr lang="zh-CN" altLang="en-US" sz="1350" strike="noStrike" noProof="1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44" name="椭圆 43"/>
              <p:cNvSpPr/>
              <p:nvPr/>
            </p:nvSpPr>
            <p:spPr>
              <a:xfrm>
                <a:off x="5231" y="1536"/>
                <a:ext cx="523" cy="523"/>
              </a:xfrm>
              <a:prstGeom prst="ellipse">
                <a:avLst/>
              </a:prstGeom>
              <a:grpFill/>
              <a:ln w="12700" cap="flat" cmpd="sng" algn="ctr">
                <a:solidFill>
                  <a:srgbClr val="FFFFFF"/>
                </a:solidFill>
                <a:prstDash val="dash"/>
                <a:miter lim="800000"/>
              </a:ln>
              <a:effectLst/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normAutofit fontScale="67500" lnSpcReduction="20000"/>
              </a:bodyPr>
              <a:lstStyle/>
              <a:p>
                <a:pPr algn="ctr" fontAlgn="base"/>
                <a:r>
                  <a:rPr lang="en-US" altLang="zh-CN" sz="2100" strike="noStrike" noProof="1" smtClean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  <a:cs typeface="+mn-ea"/>
                  </a:rPr>
                  <a:t>D0</a:t>
                </a:r>
                <a:endParaRPr lang="en-US" altLang="zh-CN" sz="2100" strike="noStrike" noProof="1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</a:endParaRPr>
              </a:p>
            </p:txBody>
          </p:sp>
        </p:grpSp>
      </p:grpSp>
    </p:spTree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3" name="灯片编号占位符 1"/>
          <p:cNvSpPr>
            <a:spLocks noGrp="1"/>
          </p:cNvSpPr>
          <p:nvPr>
            <p:ph type="sldNum" sz="quarter" idx="10"/>
          </p:nvPr>
        </p:nvSpPr>
        <p:spPr>
          <a:xfrm>
            <a:off x="8388350" y="4691063"/>
            <a:ext cx="360363" cy="112712"/>
          </a:xfrm>
          <a:noFill/>
          <a:ln>
            <a:noFill/>
          </a:ln>
        </p:spPr>
        <p:txBody>
          <a:bodyPr wrap="none" lIns="0" tIns="0" rIns="0" bIns="0" anchor="t"/>
          <a:lstStyle>
            <a:lvl1pPr marL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457200" lvl="1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2pPr>
            <a:lvl3pPr marL="914400" lvl="2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3pPr>
            <a:lvl4pPr marL="1371600" lvl="3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4pPr>
            <a:lvl5pPr marL="1828800" lvl="4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5pPr>
          </a:lstStyle>
          <a:p>
            <a:pPr lvl="0" algn="r"/>
            <a:fld id="{9A0DB2DC-4C9A-4742-B13C-FB6460FD3503}" type="slidenum">
              <a:rPr lang="en-US" altLang="zh-CN" sz="1000" b="1">
                <a:solidFill>
                  <a:schemeClr val="bg1"/>
                </a:solidFill>
                <a:latin typeface="Arial" panose="020B0604020202020204" pitchFamily="34" charset="0"/>
              </a:rPr>
            </a:fld>
            <a:endParaRPr lang="en-US" altLang="zh-CN" sz="1000" b="1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sp>
        <p:nvSpPr>
          <p:cNvPr id="7" name="矩形 6"/>
          <p:cNvSpPr/>
          <p:nvPr/>
        </p:nvSpPr>
        <p:spPr>
          <a:xfrm>
            <a:off x="395605" y="1111885"/>
            <a:ext cx="8245475" cy="2347595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indent="-171450" fontAlgn="auto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Ø"/>
              <a:defRPr/>
            </a:pPr>
            <a:r>
              <a:rPr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故障日期 ：</a:t>
            </a:r>
            <a:r>
              <a:rPr 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 </a:t>
            </a:r>
            <a:endParaRPr sz="1200" dirty="0" smtClean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indent="-171450" fontAlgn="auto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Ø"/>
              <a:defRPr/>
            </a:pPr>
            <a:r>
              <a:rPr lang="zh-CN" sz="1200" dirty="0" smtClean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机型</a:t>
            </a:r>
            <a:r>
              <a:rPr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endParaRPr lang="en-US" altLang="zh-CN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indent="-171450" fontAlgn="auto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Ø"/>
              <a:defRPr/>
            </a:pPr>
            <a:r>
              <a:rPr lang="zh-CN" altLang="en-US" sz="1200" dirty="0" smtClean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总成</a:t>
            </a:r>
            <a:r>
              <a:rPr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追溯条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码</a:t>
            </a:r>
            <a:r>
              <a:rPr lang="zh-CN" altLang="en-US" sz="12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endParaRPr lang="en-US" altLang="zh-CN" sz="1200" dirty="0" smtClean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indent="-171450" fontAlgn="auto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Ø"/>
              <a:defRPr/>
            </a:pPr>
            <a:r>
              <a:rPr sz="1200" dirty="0" err="1" smtClean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故障发生工位</a:t>
            </a:r>
            <a:r>
              <a:rPr lang="zh-CN" sz="1200" dirty="0" smtClean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endParaRPr lang="zh-CN" altLang="en-US" sz="1200" dirty="0" smtClean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indent="-171450" fontAlgn="auto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Ø"/>
              <a:defRPr/>
            </a:pPr>
            <a:r>
              <a:rPr sz="1200" dirty="0" err="1" smtClean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具体故障描述</a:t>
            </a:r>
            <a:r>
              <a:rPr sz="1200" dirty="0" smtClean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endParaRPr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3" name="组合 2"/>
          <p:cNvGrpSpPr/>
          <p:nvPr/>
        </p:nvGrpSpPr>
        <p:grpSpPr>
          <a:xfrm>
            <a:off x="467360" y="808990"/>
            <a:ext cx="2835275" cy="250190"/>
            <a:chOff x="736" y="1274"/>
            <a:chExt cx="4465" cy="394"/>
          </a:xfrm>
        </p:grpSpPr>
        <p:sp>
          <p:nvSpPr>
            <p:cNvPr id="13" name="TextBox 2"/>
            <p:cNvSpPr/>
            <p:nvPr/>
          </p:nvSpPr>
          <p:spPr>
            <a:xfrm>
              <a:off x="963" y="1274"/>
              <a:ext cx="4239" cy="395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square" anchor="t">
              <a:spAutoFit/>
            </a:bodyPr>
            <a:lstStyle/>
            <a:p>
              <a:pPr>
                <a:lnSpc>
                  <a:spcPts val="1200"/>
                </a:lnSpc>
                <a:spcBef>
                  <a:spcPts val="600"/>
                </a:spcBef>
              </a:pPr>
              <a:r>
                <a:rPr lang="en-US" altLang="zh-CN" sz="14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微软雅黑" panose="020B0503020204020204" pitchFamily="34" charset="-122"/>
                </a:rPr>
                <a:t>D0  </a:t>
              </a:r>
              <a:r>
                <a:rPr lang="zh-CN" altLang="en-US" sz="14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微软雅黑" panose="020B0503020204020204" pitchFamily="34" charset="-122"/>
                </a:rPr>
                <a:t>问题了解</a:t>
              </a:r>
              <a:endParaRPr lang="zh-CN" altLang="en-US" sz="14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14" name="矩形 13"/>
            <p:cNvSpPr/>
            <p:nvPr/>
          </p:nvSpPr>
          <p:spPr>
            <a:xfrm>
              <a:off x="736" y="1313"/>
              <a:ext cx="227" cy="229"/>
            </a:xfrm>
            <a:prstGeom prst="rect">
              <a:avLst/>
            </a:prstGeom>
            <a:solidFill>
              <a:srgbClr val="E62135"/>
            </a:solidFill>
            <a:ln w="9525"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defRPr/>
              </a:pPr>
              <a:endParaRPr lang="zh-CN" altLang="en-US" sz="1600" noProof="1">
                <a:solidFill>
                  <a:srgbClr val="EBEBEB">
                    <a:lumMod val="10000"/>
                  </a:srgbClr>
                </a:solidFill>
              </a:endParaRPr>
            </a:p>
          </p:txBody>
        </p:sp>
      </p:grp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1" name="灯片编号占位符 1"/>
          <p:cNvSpPr>
            <a:spLocks noGrp="1"/>
          </p:cNvSpPr>
          <p:nvPr>
            <p:ph type="sldNum" sz="quarter" idx="10"/>
          </p:nvPr>
        </p:nvSpPr>
        <p:spPr>
          <a:xfrm>
            <a:off x="8388350" y="4691063"/>
            <a:ext cx="360363" cy="112712"/>
          </a:xfrm>
          <a:noFill/>
          <a:ln>
            <a:noFill/>
          </a:ln>
        </p:spPr>
        <p:txBody>
          <a:bodyPr wrap="none" lIns="0" tIns="0" rIns="0" bIns="0" anchor="t"/>
          <a:lstStyle>
            <a:lvl1pPr marL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457200" lvl="1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2pPr>
            <a:lvl3pPr marL="914400" lvl="2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3pPr>
            <a:lvl4pPr marL="1371600" lvl="3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4pPr>
            <a:lvl5pPr marL="1828800" lvl="4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5pPr>
          </a:lstStyle>
          <a:p>
            <a:pPr algn="r"/>
            <a:fld id="{9A0DB2DC-4C9A-4742-B13C-FB6460FD3503}" type="slidenum">
              <a:rPr lang="en-US" altLang="zh-CN" sz="1000">
                <a:solidFill>
                  <a:srgbClr val="FFFFFF"/>
                </a:solidFill>
                <a:latin typeface="Arial" panose="020B0604020202020204" pitchFamily="34" charset="0"/>
              </a:rPr>
            </a:fld>
            <a:endParaRPr lang="en-US" altLang="zh-CN" sz="1000" dirty="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  <p:graphicFrame>
        <p:nvGraphicFramePr>
          <p:cNvPr id="9" name="表格 8"/>
          <p:cNvGraphicFramePr>
            <a:graphicFrameLocks noGrp="1"/>
          </p:cNvGraphicFramePr>
          <p:nvPr>
            <p:custDataLst>
              <p:tags r:id="rId1"/>
            </p:custDataLst>
          </p:nvPr>
        </p:nvGraphicFramePr>
        <p:xfrm>
          <a:off x="438250" y="1336480"/>
          <a:ext cx="8382222" cy="355346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684222"/>
                <a:gridCol w="1047015"/>
                <a:gridCol w="1715213"/>
                <a:gridCol w="1290914"/>
                <a:gridCol w="2117631"/>
                <a:gridCol w="1527227"/>
              </a:tblGrid>
              <a:tr h="705376">
                <a:tc>
                  <a:txBody>
                    <a:bodyPr/>
                    <a:lstStyle/>
                    <a:p>
                      <a:pPr algn="ctr" rtl="0" fontAlgn="ctr"/>
                      <a:r>
                        <a:rPr sz="1200" u="none" strike="noStrike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序号</a:t>
                      </a:r>
                      <a:endParaRPr sz="1200" u="none" strike="noStrike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  <a:p>
                      <a:pPr algn="ctr" rtl="0" fontAlgn="ctr"/>
                      <a:r>
                        <a:rPr sz="1200" u="none" strike="noStrike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(Serial)</a:t>
                      </a:r>
                      <a:endParaRPr sz="1200" b="0" i="0" u="none" strike="noStrike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sz="1200" u="none" strike="noStrike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团队成员</a:t>
                      </a:r>
                      <a:endParaRPr sz="1200" u="none" strike="noStrike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  <a:p>
                      <a:pPr algn="ctr" rtl="0" fontAlgn="ctr"/>
                      <a:r>
                        <a:rPr sz="1200" u="none" strike="noStrike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(team member)</a:t>
                      </a:r>
                      <a:endParaRPr sz="1200" b="0" i="0" u="none" strike="noStrike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sz="1200" u="none" strike="noStrike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角色</a:t>
                      </a:r>
                      <a:endParaRPr sz="1200" u="none" strike="noStrike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  <a:p>
                      <a:pPr algn="ctr" rtl="0" fontAlgn="ctr"/>
                      <a:r>
                        <a:rPr sz="1200" b="0" i="0" u="none" strike="noStrike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(Character)</a:t>
                      </a:r>
                      <a:endParaRPr sz="1200" b="0" i="0" u="none" strike="noStrike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sz="1200" u="none" strike="noStrike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职责</a:t>
                      </a:r>
                      <a:endParaRPr sz="1200" u="none" strike="noStrike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  <a:p>
                      <a:pPr algn="ctr" rtl="0" fontAlgn="ctr"/>
                      <a:r>
                        <a:rPr sz="1200" b="0" i="0" u="none" strike="noStrike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(</a:t>
                      </a:r>
                      <a:r>
                        <a:rPr sz="1200" b="0" i="0" u="none" strike="noStrike" kern="1200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Duties</a:t>
                      </a:r>
                      <a:r>
                        <a:rPr sz="1200" b="0" i="0" u="none" strike="noStrike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)</a:t>
                      </a:r>
                      <a:endParaRPr sz="1200" b="0" i="0" u="none" strike="noStrike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sz="1200" u="none" strike="noStrike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联系电话&amp;邮箱</a:t>
                      </a:r>
                      <a:endParaRPr sz="1200" u="none" strike="noStrike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  <a:p>
                      <a:pPr algn="ctr" rtl="0" fontAlgn="ctr"/>
                      <a:r>
                        <a:rPr sz="1200" u="none" strike="noStrike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(</a:t>
                      </a:r>
                      <a:r>
                        <a:rPr sz="1200" b="0" i="0" u="none" strike="noStrike" kern="1200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TEL</a:t>
                      </a:r>
                      <a:r>
                        <a:rPr sz="1200" u="none" strike="noStrike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)</a:t>
                      </a:r>
                      <a:endParaRPr sz="1200" b="0" i="0" u="none" strike="noStrike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sz="1200" u="none" strike="noStrike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主要负责模块</a:t>
                      </a:r>
                      <a:endParaRPr sz="1200" u="none" strike="noStrike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  <a:p>
                      <a:pPr algn="ctr" rtl="0" fontAlgn="ctr"/>
                      <a:r>
                        <a:rPr sz="1200" b="0" i="0" u="none" strike="noStrike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(</a:t>
                      </a:r>
                      <a:r>
                        <a:rPr sz="1200" b="0" i="0" u="none" strike="noStrike" kern="1200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Mainly responsible for content</a:t>
                      </a:r>
                      <a:r>
                        <a:rPr sz="1200" b="0" i="0" u="none" strike="noStrike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)</a:t>
                      </a:r>
                      <a:endParaRPr sz="1200" b="0" i="0" u="none" strike="noStrike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</a:tr>
              <a:tr h="474263">
                <a:tc>
                  <a:txBody>
                    <a:bodyPr/>
                    <a:lstStyle/>
                    <a:p>
                      <a:pPr algn="ctr" rtl="0" fontAlgn="ctr"/>
                      <a:r>
                        <a:rPr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1</a:t>
                      </a:r>
                      <a:endParaRPr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sz="1200" dirty="0" smtClean="0"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组</a:t>
                      </a:r>
                      <a:r>
                        <a:rPr lang="zh-CN" sz="1200" dirty="0" smtClean="0"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长</a:t>
                      </a:r>
                      <a:endParaRPr sz="1200" u="none" strike="noStrike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  <a:p>
                      <a:pPr algn="ctr" rtl="0" fontAlgn="ctr"/>
                      <a:r>
                        <a:rPr sz="1200" dirty="0" smtClean="0"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(Team </a:t>
                      </a:r>
                      <a:r>
                        <a:rPr lang="en-US" sz="1200" dirty="0" smtClean="0"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lead</a:t>
                      </a:r>
                      <a:r>
                        <a:rPr sz="1200" dirty="0" smtClean="0"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e</a:t>
                      </a:r>
                      <a:r>
                        <a:rPr lang="en-US" sz="1200" dirty="0" smtClean="0"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r</a:t>
                      </a:r>
                      <a:r>
                        <a:rPr sz="1200" dirty="0" smtClean="0"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)</a:t>
                      </a:r>
                      <a:endParaRPr lang="en-US" altLang="zh-CN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altLang="zh-CN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12700" marR="12700" marT="12700" anchor="ctr"/>
                </a:tc>
              </a:tr>
              <a:tr h="47476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</a:t>
                      </a:r>
                      <a:endParaRPr 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12700" marR="12700" marT="1270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sz="1200" dirty="0" smtClean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组员</a:t>
                      </a:r>
                      <a:endParaRPr sz="1200" u="none" strike="noStrike" dirty="0" smtClean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  <a:p>
                      <a:pPr algn="ctr" rtl="0" fontAlgn="ctr"/>
                      <a:r>
                        <a:rPr sz="1200" dirty="0" smtClean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(Team </a:t>
                      </a:r>
                      <a:r>
                        <a:rPr lang="en-US" sz="1200" dirty="0" smtClean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lead</a:t>
                      </a:r>
                      <a:r>
                        <a:rPr sz="1200" dirty="0" smtClean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er)</a:t>
                      </a:r>
                      <a:endParaRPr lang="en-US" altLang="zh-CN" sz="1200" b="0" kern="120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zh-CN" altLang="en-US" sz="120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en-US" sz="1200" b="0" kern="120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en-US" sz="120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12700" marR="12700" marT="12700" anchor="ctr"/>
                </a:tc>
              </a:tr>
              <a:tr h="474760">
                <a:tc>
                  <a:txBody>
                    <a:bodyPr/>
                    <a:p>
                      <a:pPr algn="ctr" rtl="0" fontAlgn="ctr">
                        <a:buNone/>
                      </a:pPr>
                      <a:r>
                        <a:rPr lang="en-US" altLang="en-US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3</a:t>
                      </a:r>
                      <a:endParaRPr lang="en-US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120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12700" marR="12700" marT="12700" anchor="ctr"/>
                </a:tc>
                <a:tc>
                  <a:txBody>
                    <a:bodyPr/>
                    <a:p>
                      <a:pPr algn="ctr" rtl="0" fontAlgn="ctr"/>
                      <a:r>
                        <a:rPr sz="1200" dirty="0" smtClean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组员</a:t>
                      </a:r>
                      <a:endParaRPr sz="1200" u="none" strike="noStrike" dirty="0" smtClean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  <a:p>
                      <a:pPr algn="ctr" rtl="0" fontAlgn="ctr"/>
                      <a:r>
                        <a:rPr sz="1200" dirty="0" smtClean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(Team </a:t>
                      </a:r>
                      <a:r>
                        <a:rPr lang="en-US" sz="1200" dirty="0" smtClean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lead</a:t>
                      </a:r>
                      <a:r>
                        <a:rPr sz="1200" dirty="0" smtClean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er)</a:t>
                      </a:r>
                      <a:endParaRPr lang="en-US" altLang="zh-CN" sz="1200" b="0" kern="120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p>
                      <a:pPr marL="0" algn="ctr" defTabSz="914400" rtl="0" eaLnBrk="1" fontAlgn="ctr" latinLnBrk="0" hangingPunct="1">
                        <a:buNone/>
                      </a:pPr>
                      <a:endParaRPr lang="zh-CN" altLang="en-US" sz="120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en-US" sz="1200" b="0" kern="120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en-US" sz="120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12700" marR="12700" marT="12700" anchor="ctr"/>
                </a:tc>
              </a:tr>
              <a:tr h="474760">
                <a:tc>
                  <a:txBody>
                    <a:bodyPr/>
                    <a:p>
                      <a:pPr algn="ctr" rtl="0" fontAlgn="ctr">
                        <a:buNone/>
                      </a:pPr>
                      <a:r>
                        <a:rPr lang="en-US" altLang="en-US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4</a:t>
                      </a:r>
                      <a:endParaRPr lang="en-US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120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12700" marR="12700" marT="12700" anchor="ctr"/>
                </a:tc>
                <a:tc>
                  <a:txBody>
                    <a:bodyPr/>
                    <a:p>
                      <a:pPr algn="ctr" rtl="0" fontAlgn="ctr"/>
                      <a:r>
                        <a:rPr sz="1200" dirty="0" smtClean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组员</a:t>
                      </a:r>
                      <a:endParaRPr sz="1200" u="none" strike="noStrike" dirty="0" smtClean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  <a:p>
                      <a:pPr algn="ctr" rtl="0" fontAlgn="ctr"/>
                      <a:r>
                        <a:rPr sz="1200" dirty="0" smtClean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(Team </a:t>
                      </a:r>
                      <a:r>
                        <a:rPr lang="en-US" sz="1200" dirty="0" smtClean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lead</a:t>
                      </a:r>
                      <a:r>
                        <a:rPr sz="1200" dirty="0" smtClean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er)</a:t>
                      </a:r>
                      <a:endParaRPr lang="en-US" altLang="zh-CN" sz="1200" b="0" kern="120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p>
                      <a:pPr marL="0" algn="ctr" defTabSz="914400" rtl="0" eaLnBrk="1" fontAlgn="ctr" latinLnBrk="0" hangingPunct="1">
                        <a:buNone/>
                      </a:pPr>
                      <a:endParaRPr lang="zh-CN" altLang="en-US" sz="120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en-US" sz="1200" b="0" kern="120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en-US" sz="120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12700" marR="12700" marT="12700" anchor="ctr"/>
                </a:tc>
              </a:tr>
              <a:tr h="474760">
                <a:tc>
                  <a:txBody>
                    <a:bodyPr/>
                    <a:p>
                      <a:pPr algn="ctr" rtl="0" fontAlgn="ctr">
                        <a:buNone/>
                      </a:pPr>
                      <a:r>
                        <a:rPr lang="en-US" altLang="en-US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5</a:t>
                      </a:r>
                      <a:endParaRPr lang="en-US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120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12700" marR="12700" marT="12700" anchor="ctr"/>
                </a:tc>
                <a:tc>
                  <a:txBody>
                    <a:bodyPr/>
                    <a:p>
                      <a:pPr algn="ctr" rtl="0" fontAlgn="ctr"/>
                      <a:r>
                        <a:rPr sz="1200" dirty="0" smtClean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组员</a:t>
                      </a:r>
                      <a:endParaRPr sz="1200" u="none" strike="noStrike" dirty="0" smtClean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  <a:p>
                      <a:pPr algn="ctr" rtl="0" fontAlgn="ctr"/>
                      <a:r>
                        <a:rPr sz="1200" dirty="0" smtClean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(Team </a:t>
                      </a:r>
                      <a:r>
                        <a:rPr lang="en-US" sz="1200" dirty="0" smtClean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lead</a:t>
                      </a:r>
                      <a:r>
                        <a:rPr sz="1200" dirty="0" smtClean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er)</a:t>
                      </a:r>
                      <a:endParaRPr lang="en-US" altLang="zh-CN" sz="1200" b="0" kern="120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p>
                      <a:pPr marL="0" algn="ctr" defTabSz="914400" rtl="0" eaLnBrk="1" fontAlgn="ctr" latinLnBrk="0" hangingPunct="1">
                        <a:buNone/>
                      </a:pPr>
                      <a:endParaRPr lang="zh-CN" altLang="en-US" sz="120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en-US" sz="1200" b="0" kern="120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en-US" sz="120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12700" marR="12700" marT="12700" anchor="ctr"/>
                </a:tc>
              </a:tr>
              <a:tr h="474760">
                <a:tc>
                  <a:txBody>
                    <a:bodyPr/>
                    <a:p>
                      <a:pPr algn="ctr" rtl="0" fontAlgn="ctr">
                        <a:buNone/>
                      </a:pPr>
                      <a:r>
                        <a:rPr lang="en-US" altLang="en-US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6</a:t>
                      </a:r>
                      <a:endParaRPr lang="en-US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120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12700" marR="12700" marT="12700" anchor="ctr"/>
                </a:tc>
                <a:tc>
                  <a:txBody>
                    <a:bodyPr/>
                    <a:p>
                      <a:pPr algn="ctr" rtl="0" fontAlgn="ctr"/>
                      <a:r>
                        <a:rPr sz="1200" dirty="0" smtClean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组员</a:t>
                      </a:r>
                      <a:endParaRPr sz="1200" u="none" strike="noStrike" dirty="0" smtClean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  <a:p>
                      <a:pPr algn="ctr" rtl="0" fontAlgn="ctr"/>
                      <a:r>
                        <a:rPr sz="1200" dirty="0" smtClean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(Team </a:t>
                      </a:r>
                      <a:r>
                        <a:rPr lang="en-US" sz="1200" dirty="0" smtClean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lead</a:t>
                      </a:r>
                      <a:r>
                        <a:rPr sz="1200" dirty="0" smtClean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er)</a:t>
                      </a:r>
                      <a:endParaRPr lang="en-US" altLang="zh-CN" sz="1200" b="0" kern="120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p>
                      <a:pPr marL="0" algn="ctr" defTabSz="914400" rtl="0" eaLnBrk="1" fontAlgn="ctr" latinLnBrk="0" hangingPunct="1">
                        <a:buNone/>
                      </a:pPr>
                      <a:endParaRPr lang="zh-CN" altLang="en-US" sz="120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en-US" sz="1200" b="0" kern="120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en-US" sz="120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12700" marR="12700" marT="12700" anchor="ctr"/>
                </a:tc>
              </a:tr>
            </a:tbl>
          </a:graphicData>
        </a:graphic>
      </p:graphicFrame>
      <p:grpSp>
        <p:nvGrpSpPr>
          <p:cNvPr id="3" name="组合 2"/>
          <p:cNvGrpSpPr/>
          <p:nvPr/>
        </p:nvGrpSpPr>
        <p:grpSpPr>
          <a:xfrm>
            <a:off x="467360" y="808990"/>
            <a:ext cx="2835910" cy="245110"/>
            <a:chOff x="736" y="1274"/>
            <a:chExt cx="4466" cy="386"/>
          </a:xfrm>
        </p:grpSpPr>
        <p:sp>
          <p:nvSpPr>
            <p:cNvPr id="13" name="TextBox 2"/>
            <p:cNvSpPr/>
            <p:nvPr/>
          </p:nvSpPr>
          <p:spPr>
            <a:xfrm>
              <a:off x="963" y="1274"/>
              <a:ext cx="4239" cy="386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square" anchor="t">
              <a:spAutoFit/>
            </a:bodyPr>
            <a:p>
              <a:pPr>
                <a:lnSpc>
                  <a:spcPts val="1200"/>
                </a:lnSpc>
                <a:spcBef>
                  <a:spcPts val="600"/>
                </a:spcBef>
              </a:pPr>
              <a:r>
                <a:rPr lang="en-US" altLang="zh-CN" sz="1400" b="1" dirty="0" smtClean="0">
                  <a:latin typeface="微软雅黑" panose="020B0503020204020204" pitchFamily="34" charset="-122"/>
                  <a:ea typeface="微软雅黑" panose="020B0503020204020204" pitchFamily="34" charset="-122"/>
                  <a:sym typeface="微软雅黑" panose="020B0503020204020204" pitchFamily="34" charset="-122"/>
                </a:rPr>
                <a:t>D1  </a:t>
              </a:r>
              <a:r>
                <a:rPr lang="zh-CN" altLang="en-US" sz="1400" b="1" dirty="0" smtClean="0">
                  <a:latin typeface="微软雅黑" panose="020B0503020204020204" pitchFamily="34" charset="-122"/>
                  <a:ea typeface="微软雅黑" panose="020B0503020204020204" pitchFamily="34" charset="-122"/>
                  <a:sym typeface="微软雅黑" panose="020B0503020204020204" pitchFamily="34" charset="-122"/>
                </a:rPr>
                <a:t>团队成立</a:t>
              </a:r>
              <a:r>
                <a:rPr lang="en-US" altLang="zh-CN" sz="1400" b="1" dirty="0" smtClean="0">
                  <a:latin typeface="微软雅黑" panose="020B0503020204020204" pitchFamily="34" charset="-122"/>
                  <a:ea typeface="微软雅黑" panose="020B0503020204020204" pitchFamily="34" charset="-122"/>
                  <a:sym typeface="微软雅黑" panose="020B0503020204020204" pitchFamily="34" charset="-122"/>
                </a:rPr>
                <a:t>(</a:t>
              </a:r>
              <a:r>
                <a:rPr lang="en-US" altLang="zh-CN" sz="1400" b="1" smtClean="0">
                  <a:latin typeface="+mn-lt"/>
                  <a:ea typeface="微软雅黑" panose="020B0503020204020204" pitchFamily="34" charset="-122"/>
                  <a:sym typeface="+mn-ea"/>
                </a:rPr>
                <a:t>Set up a team</a:t>
              </a:r>
              <a:r>
                <a:rPr lang="en-US" altLang="zh-CN" sz="1400" b="1" smtClean="0">
                  <a:latin typeface="微软雅黑" panose="020B0503020204020204" pitchFamily="34" charset="-122"/>
                  <a:ea typeface="微软雅黑" panose="020B0503020204020204" pitchFamily="34" charset="-122"/>
                  <a:sym typeface="+mn-ea"/>
                </a:rPr>
                <a:t>)</a:t>
              </a:r>
              <a:endParaRPr lang="zh-CN" altLang="en-US" sz="14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14" name="矩形 13"/>
            <p:cNvSpPr/>
            <p:nvPr/>
          </p:nvSpPr>
          <p:spPr>
            <a:xfrm>
              <a:off x="736" y="1313"/>
              <a:ext cx="227" cy="229"/>
            </a:xfrm>
            <a:prstGeom prst="rect">
              <a:avLst/>
            </a:prstGeom>
            <a:solidFill>
              <a:srgbClr val="E62135"/>
            </a:solidFill>
            <a:ln w="9525"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p>
              <a:pPr algn="ctr" fontAlgn="auto">
                <a:defRPr/>
              </a:pPr>
              <a:endParaRPr lang="zh-CN" altLang="en-US" sz="1600" noProof="1">
                <a:solidFill>
                  <a:srgbClr val="EBEBEB">
                    <a:lumMod val="10000"/>
                  </a:srgbClr>
                </a:solidFill>
              </a:endParaRPr>
            </a:p>
          </p:txBody>
        </p:sp>
      </p:grpSp>
    </p:spTree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89" name="灯片编号占位符 1"/>
          <p:cNvSpPr>
            <a:spLocks noGrp="1"/>
          </p:cNvSpPr>
          <p:nvPr>
            <p:ph type="sldNum" sz="quarter" idx="10"/>
          </p:nvPr>
        </p:nvSpPr>
        <p:spPr>
          <a:xfrm>
            <a:off x="8388350" y="4691063"/>
            <a:ext cx="360363" cy="112712"/>
          </a:xfrm>
          <a:noFill/>
          <a:ln>
            <a:noFill/>
          </a:ln>
        </p:spPr>
        <p:txBody>
          <a:bodyPr wrap="none" lIns="0" tIns="0" rIns="0" bIns="0" anchor="t"/>
          <a:lstStyle>
            <a:lvl1pPr marL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457200" lvl="1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2pPr>
            <a:lvl3pPr marL="914400" lvl="2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3pPr>
            <a:lvl4pPr marL="1371600" lvl="3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4pPr>
            <a:lvl5pPr marL="1828800" lvl="4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5pPr>
          </a:lstStyle>
          <a:p>
            <a:pPr lvl="0" algn="r"/>
            <a:fld id="{9A0DB2DC-4C9A-4742-B13C-FB6460FD3503}" type="slidenum">
              <a:rPr lang="en-US" altLang="zh-CN" sz="1000" b="1">
                <a:solidFill>
                  <a:schemeClr val="bg1"/>
                </a:solidFill>
                <a:latin typeface="Arial" panose="020B0604020202020204" pitchFamily="34" charset="0"/>
              </a:rPr>
            </a:fld>
            <a:endParaRPr lang="en-US" altLang="zh-CN" sz="1000" b="1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graphicFrame>
        <p:nvGraphicFramePr>
          <p:cNvPr id="10" name="表格 9"/>
          <p:cNvGraphicFramePr>
            <a:graphicFrameLocks noGrp="1"/>
          </p:cNvGraphicFramePr>
          <p:nvPr/>
        </p:nvGraphicFramePr>
        <p:xfrm>
          <a:off x="584201" y="1260250"/>
          <a:ext cx="8035450" cy="3568165"/>
        </p:xfrm>
        <a:graphic>
          <a:graphicData uri="http://schemas.openxmlformats.org/drawingml/2006/table">
            <a:tbl>
              <a:tblPr/>
              <a:tblGrid>
                <a:gridCol w="1683544"/>
                <a:gridCol w="1319531"/>
                <a:gridCol w="985520"/>
                <a:gridCol w="1346835"/>
                <a:gridCol w="1019175"/>
                <a:gridCol w="1680845"/>
              </a:tblGrid>
              <a:tr h="346411"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zh-CN" altLang="en-US" sz="1000" kern="1200" dirty="0" smtClean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客户</a:t>
                      </a:r>
                      <a:endParaRPr lang="en-US" altLang="zh-CN" sz="1000" kern="120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  <a:p>
                      <a:pPr marL="0" algn="ctr" defTabSz="914400" rtl="0" eaLnBrk="1" fontAlgn="ctr" latinLnBrk="0" hangingPunct="1"/>
                      <a:r>
                        <a:rPr lang="en-US" altLang="zh-CN" sz="1000" kern="1200" dirty="0" smtClean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(</a:t>
                      </a:r>
                      <a:r>
                        <a:rPr lang="en-US" altLang="zh-CN" sz="1000" kern="1200" noProof="1" smtClean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client</a:t>
                      </a:r>
                      <a:r>
                        <a:rPr lang="en-US" altLang="zh-CN" sz="1000" kern="1200" dirty="0" smtClean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)</a:t>
                      </a:r>
                      <a:endParaRPr lang="en-US" altLang="zh-CN" sz="1000" kern="120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zh-CN" altLang="en-US" sz="1000" kern="1200" dirty="0" smtClean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时间</a:t>
                      </a:r>
                      <a:endParaRPr lang="en-US" altLang="zh-CN" sz="1000" kern="120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  <a:p>
                      <a:pPr marL="0" algn="ctr" defTabSz="914400" rtl="0" eaLnBrk="1" fontAlgn="ctr" latinLnBrk="0" hangingPunct="1"/>
                      <a:r>
                        <a:rPr lang="en-US" altLang="zh-CN" sz="1000" kern="1200" dirty="0" smtClean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(time)</a:t>
                      </a:r>
                      <a:endParaRPr lang="en-US" altLang="zh-CN" sz="1000" kern="120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None/>
                        <a:defRPr/>
                      </a:pPr>
                      <a:endParaRPr lang="en-US" altLang="zh-CN" sz="1000" dirty="0" smtClean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供应商</a:t>
                      </a:r>
                      <a:r>
                        <a:rPr lang="zh-CN" altLang="en-US" sz="1000" kern="1200" dirty="0" smtClean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名称</a:t>
                      </a:r>
                      <a:endParaRPr lang="en-US" altLang="zh-CN" sz="1000" kern="120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  <a:p>
                      <a:pPr marL="0" algn="ctr" defTabSz="914400" rtl="0" eaLnBrk="1" fontAlgn="ctr" latinLnBrk="0" hangingPunct="1"/>
                      <a:r>
                        <a:rPr lang="en-US" altLang="zh-CN" sz="1000" kern="1200" dirty="0" smtClean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(supplier)</a:t>
                      </a:r>
                      <a:endParaRPr lang="en-US" altLang="zh-CN" sz="1000" kern="120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zh-CN" altLang="en-US" sz="1000" kern="1200" dirty="0" smtClean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惠州华阳通用电子有限公司</a:t>
                      </a:r>
                      <a:endParaRPr lang="zh-CN" altLang="en-US" sz="1000" kern="120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zh-CN" altLang="en-US" sz="1000" kern="1200" dirty="0" smtClean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机型</a:t>
                      </a:r>
                      <a:endParaRPr lang="en-US" altLang="zh-CN" sz="1000" kern="120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  <a:p>
                      <a:pPr marL="0" algn="ctr" defTabSz="914400" rtl="0" eaLnBrk="1" fontAlgn="ctr" latinLnBrk="0" hangingPunct="1"/>
                      <a:r>
                        <a:rPr lang="en-US" altLang="zh-CN" sz="1000" kern="1200" dirty="0" smtClean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(type)</a:t>
                      </a:r>
                      <a:endParaRPr lang="en-US" altLang="zh-CN" sz="1000" kern="120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en-US" altLang="zh-CN" sz="1200" dirty="0" smtClean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zh-CN" altLang="en-US" sz="1000" kern="1200" dirty="0" smtClean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车型</a:t>
                      </a:r>
                      <a:endParaRPr lang="en-US" altLang="zh-CN" sz="1000" kern="120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  <a:p>
                      <a:pPr marL="0" algn="ctr" defTabSz="914400" rtl="0" eaLnBrk="1" fontAlgn="ctr" latinLnBrk="0" hangingPunct="1"/>
                      <a:r>
                        <a:rPr lang="en-US" altLang="zh-CN" sz="1000" kern="1200" dirty="0" smtClean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(model)</a:t>
                      </a:r>
                      <a:endParaRPr lang="en-US" altLang="zh-CN" sz="1000" kern="120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en-US" altLang="zh-CN" sz="1000" kern="120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材料</a:t>
                      </a:r>
                      <a:r>
                        <a:rPr lang="zh-CN" altLang="en-US" sz="1000" kern="1200" dirty="0" smtClean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名称</a:t>
                      </a:r>
                      <a:endParaRPr lang="en-US" altLang="zh-CN" sz="1000" kern="120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  <a:p>
                      <a:pPr marL="0" algn="ctr" defTabSz="914400" rtl="0" eaLnBrk="1" fontAlgn="ctr" latinLnBrk="0" hangingPunct="1"/>
                      <a:r>
                        <a:rPr lang="en-US" altLang="zh-CN" sz="1000" kern="1200" dirty="0" smtClean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(Material name)</a:t>
                      </a:r>
                      <a:endParaRPr lang="en-US" altLang="zh-CN" sz="1000" kern="120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en-US" sz="1200" kern="120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7825"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zh-CN" altLang="en-US" sz="1000" kern="1200" dirty="0" smtClean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数量</a:t>
                      </a:r>
                      <a:endParaRPr lang="en-US" altLang="zh-CN" sz="1000" kern="120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  <a:p>
                      <a:pPr marL="0" algn="ctr" defTabSz="914400" rtl="0" eaLnBrk="1" fontAlgn="ctr" latinLnBrk="0" hangingPunct="1"/>
                      <a:r>
                        <a:rPr lang="en-US" altLang="zh-CN" sz="1000" kern="1200" dirty="0" smtClean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(Quantity)</a:t>
                      </a:r>
                      <a:endParaRPr lang="en-US" altLang="zh-CN" sz="1000" kern="120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zh-CN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zh-CN" altLang="en-US" sz="1000" kern="1200" dirty="0" smtClean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不良类型</a:t>
                      </a:r>
                      <a:endParaRPr lang="en-US" altLang="zh-CN" sz="1000" kern="120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  <a:p>
                      <a:pPr marL="0" algn="ctr" defTabSz="914400" rtl="0" eaLnBrk="1" fontAlgn="ctr" latinLnBrk="0" hangingPunct="1"/>
                      <a:r>
                        <a:rPr lang="en-US" altLang="zh-CN" sz="1000" kern="1200" dirty="0" smtClean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(failure type)</a:t>
                      </a:r>
                      <a:endParaRPr lang="en-US" altLang="zh-CN" sz="1000" kern="120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None/>
                        <a:defRPr/>
                      </a:pPr>
                      <a:endParaRPr lang="en-US" altLang="zh-CN" sz="100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zh-CN" altLang="en-US" sz="1000" kern="1200" dirty="0" smtClean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批次</a:t>
                      </a:r>
                      <a:endParaRPr lang="en-US" altLang="zh-CN" sz="1000" kern="120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  <a:p>
                      <a:pPr marL="0" algn="ctr" defTabSz="914400" rtl="0" eaLnBrk="1" fontAlgn="ctr" latinLnBrk="0" hangingPunct="1"/>
                      <a:r>
                        <a:rPr lang="en-US" altLang="zh-CN" sz="1000" kern="1200" dirty="0" smtClean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(LOT No.)</a:t>
                      </a:r>
                      <a:endParaRPr lang="en-US" altLang="zh-CN" sz="1000" kern="120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en-US" altLang="zh-CN" sz="1200" dirty="0" smtClean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6411"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zh-CN" altLang="en-US" sz="1000" kern="1200" dirty="0" smtClean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发现地点</a:t>
                      </a:r>
                      <a:endParaRPr lang="zh-CN" altLang="en-US" sz="1000" kern="120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None/>
                        <a:defRPr/>
                      </a:pPr>
                      <a:endParaRPr lang="en-US" altLang="zh-CN" sz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zh-CN" altLang="en-US" sz="1000" kern="1200" dirty="0" smtClean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生产日期</a:t>
                      </a:r>
                      <a:endParaRPr lang="zh-CN" altLang="en-US" sz="1000" kern="120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zh-CN" sz="10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zh-CN" altLang="en-US" sz="1000" kern="1200" dirty="0" smtClean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底盘号</a:t>
                      </a:r>
                      <a:endParaRPr lang="zh-CN" altLang="en-US" sz="1000" kern="120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en-US" altLang="zh-CN" sz="1200" kern="120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7510"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zh-CN" altLang="en-US" sz="1000" kern="1200" dirty="0" smtClean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投诉来源</a:t>
                      </a:r>
                      <a:endParaRPr lang="en-US" altLang="zh-CN" sz="1000" kern="120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  <a:p>
                      <a:pPr marL="0" algn="ctr" defTabSz="914400" rtl="0" eaLnBrk="1" fontAlgn="ctr" latinLnBrk="0" hangingPunct="1"/>
                      <a:r>
                        <a:rPr lang="en-US" altLang="zh-CN" sz="1000" kern="1200" dirty="0" smtClean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(Complaint Source)</a:t>
                      </a:r>
                      <a:endParaRPr lang="en-US" altLang="zh-CN" sz="1000" kern="120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5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defRPr/>
                      </a:pPr>
                      <a:endParaRPr lang="zh-CN" altLang="en-US" sz="1200" dirty="0" smtClean="0">
                        <a:solidFill>
                          <a:srgbClr val="292929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hMerge="1">
                  <a:tcPr/>
                </a:tc>
                <a:tc hMerge="1"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hMerge="1">
                  <a:tcPr/>
                </a:tc>
              </a:tr>
              <a:tr h="434340"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故障现象</a:t>
                      </a:r>
                      <a:r>
                        <a:rPr lang="zh-CN" altLang="en-US" sz="1000" kern="1200" dirty="0" smtClean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描述</a:t>
                      </a:r>
                      <a:endParaRPr lang="en-US" altLang="zh-CN" sz="1000" kern="120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  <a:p>
                      <a:pPr marL="0" algn="ctr" defTabSz="914400" rtl="0" eaLnBrk="1" fontAlgn="ctr" latinLnBrk="0" hangingPunct="1"/>
                      <a:r>
                        <a:rPr lang="en-US" altLang="zh-CN" sz="1000" kern="1200" dirty="0" smtClean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(Symptom description)</a:t>
                      </a:r>
                      <a:endParaRPr lang="en-US" altLang="zh-CN" sz="1000" kern="120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5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en-US" sz="1200" kern="1200" dirty="0" smtClean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</a:tr>
              <a:tr h="408940"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确认</a:t>
                      </a:r>
                      <a:r>
                        <a:rPr lang="zh-CN" altLang="en-US" sz="1000" kern="1200" dirty="0" smtClean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故障现象</a:t>
                      </a:r>
                      <a:endParaRPr lang="en-US" altLang="zh-CN" sz="1000" kern="120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  <a:p>
                      <a:pPr marL="0" algn="ctr" defTabSz="914400" rtl="0" eaLnBrk="1" fontAlgn="ctr" latinLnBrk="0" hangingPunct="1"/>
                      <a:r>
                        <a:rPr lang="en-US" altLang="zh-CN" sz="1000" kern="1200" dirty="0" smtClean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(Confirm the malfunction)</a:t>
                      </a:r>
                      <a:endParaRPr lang="en-US" altLang="zh-CN" sz="1000" kern="120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5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en-US" sz="1200" kern="1200" dirty="0" smtClean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</a:tr>
              <a:tr h="708088"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故障</a:t>
                      </a:r>
                      <a:r>
                        <a:rPr lang="zh-CN" altLang="en-US" sz="1000" kern="1200" dirty="0" smtClean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图片</a:t>
                      </a:r>
                      <a:endParaRPr lang="en-US" altLang="zh-CN" sz="1000" kern="120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  <a:p>
                      <a:pPr marL="0" algn="ctr" defTabSz="914400" rtl="0" eaLnBrk="1" fontAlgn="ctr" latinLnBrk="0" hangingPunct="1"/>
                      <a:r>
                        <a:rPr lang="en-US" altLang="zh-CN" sz="1000" kern="1200" dirty="0" smtClean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(Failure picture)</a:t>
                      </a:r>
                      <a:endParaRPr lang="en-US" altLang="zh-CN" sz="1000" kern="120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5">
                  <a:txBody>
                    <a:bodyPr/>
                    <a:lstStyle/>
                    <a:p>
                      <a:pPr marL="0" algn="l" defTabSz="914400" rtl="0" eaLnBrk="1" fontAlgn="ctr" latinLnBrk="0" hangingPunct="1"/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</a:tr>
            </a:tbl>
          </a:graphicData>
        </a:graphic>
      </p:graphicFrame>
      <p:grpSp>
        <p:nvGrpSpPr>
          <p:cNvPr id="2" name="组合 1"/>
          <p:cNvGrpSpPr/>
          <p:nvPr/>
        </p:nvGrpSpPr>
        <p:grpSpPr>
          <a:xfrm>
            <a:off x="467360" y="808990"/>
            <a:ext cx="2835910" cy="245110"/>
            <a:chOff x="736" y="1274"/>
            <a:chExt cx="4466" cy="386"/>
          </a:xfrm>
        </p:grpSpPr>
        <p:sp>
          <p:nvSpPr>
            <p:cNvPr id="4" name="TextBox 2"/>
            <p:cNvSpPr/>
            <p:nvPr/>
          </p:nvSpPr>
          <p:spPr>
            <a:xfrm>
              <a:off x="963" y="1274"/>
              <a:ext cx="4239" cy="386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square" anchor="t">
              <a:spAutoFit/>
            </a:bodyPr>
            <a:p>
              <a:pPr>
                <a:lnSpc>
                  <a:spcPts val="1200"/>
                </a:lnSpc>
                <a:spcBef>
                  <a:spcPts val="600"/>
                </a:spcBef>
              </a:pPr>
              <a:r>
                <a:rPr lang="en-US" altLang="zh-CN" sz="1400" b="1" dirty="0" smtClean="0">
                  <a:latin typeface="微软雅黑" panose="020B0503020204020204" pitchFamily="34" charset="-122"/>
                  <a:ea typeface="微软雅黑" panose="020B0503020204020204" pitchFamily="34" charset="-122"/>
                  <a:sym typeface="微软雅黑" panose="020B0503020204020204" pitchFamily="34" charset="-122"/>
                </a:rPr>
                <a:t>D2  </a:t>
              </a:r>
              <a:r>
                <a:rPr lang="zh-CN" altLang="en-US" sz="1400" b="1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微软雅黑" panose="020B0503020204020204" pitchFamily="34" charset="-122"/>
                </a:rPr>
                <a:t>故障描述</a:t>
              </a:r>
              <a:endParaRPr lang="zh-CN" altLang="en-US" sz="14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5" name="矩形 4"/>
            <p:cNvSpPr/>
            <p:nvPr/>
          </p:nvSpPr>
          <p:spPr>
            <a:xfrm>
              <a:off x="736" y="1313"/>
              <a:ext cx="227" cy="229"/>
            </a:xfrm>
            <a:prstGeom prst="rect">
              <a:avLst/>
            </a:prstGeom>
            <a:solidFill>
              <a:srgbClr val="E62135"/>
            </a:solidFill>
            <a:ln w="9525"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p>
              <a:pPr algn="ctr" fontAlgn="auto">
                <a:defRPr/>
              </a:pPr>
              <a:endParaRPr lang="zh-CN" altLang="en-US" sz="1600" noProof="1">
                <a:solidFill>
                  <a:srgbClr val="EBEBEB">
                    <a:lumMod val="10000"/>
                  </a:srgbClr>
                </a:solidFill>
              </a:endParaRPr>
            </a:p>
          </p:txBody>
        </p:sp>
      </p:grpSp>
    </p:spTree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7" name="灯片编号占位符 1"/>
          <p:cNvSpPr>
            <a:spLocks noGrp="1"/>
          </p:cNvSpPr>
          <p:nvPr>
            <p:ph type="sldNum" sz="quarter" idx="10"/>
          </p:nvPr>
        </p:nvSpPr>
        <p:spPr>
          <a:xfrm>
            <a:off x="8388350" y="4691063"/>
            <a:ext cx="360363" cy="112712"/>
          </a:xfrm>
          <a:noFill/>
          <a:ln>
            <a:noFill/>
          </a:ln>
        </p:spPr>
        <p:txBody>
          <a:bodyPr wrap="none" lIns="0" tIns="0" rIns="0" bIns="0" anchor="t"/>
          <a:lstStyle>
            <a:lvl1pPr marL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457200" lvl="1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2pPr>
            <a:lvl3pPr marL="914400" lvl="2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3pPr>
            <a:lvl4pPr marL="1371600" lvl="3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4pPr>
            <a:lvl5pPr marL="1828800" lvl="4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5pPr>
          </a:lstStyle>
          <a:p>
            <a:pPr lvl="0" algn="r"/>
            <a:fld id="{9A0DB2DC-4C9A-4742-B13C-FB6460FD3503}" type="slidenum">
              <a:rPr lang="en-US" altLang="zh-CN" sz="1000" b="1">
                <a:solidFill>
                  <a:schemeClr val="bg1"/>
                </a:solidFill>
                <a:latin typeface="Arial" panose="020B0604020202020204" pitchFamily="34" charset="0"/>
              </a:rPr>
            </a:fld>
            <a:endParaRPr lang="en-US" altLang="zh-CN" sz="1000" b="1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graphicFrame>
        <p:nvGraphicFramePr>
          <p:cNvPr id="7" name="Group 194"/>
          <p:cNvGraphicFramePr/>
          <p:nvPr>
            <p:custDataLst>
              <p:tags r:id="rId1"/>
            </p:custDataLst>
          </p:nvPr>
        </p:nvGraphicFramePr>
        <p:xfrm>
          <a:off x="582930" y="1339981"/>
          <a:ext cx="7967980" cy="2573668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455295"/>
                <a:gridCol w="1147445"/>
                <a:gridCol w="3491230"/>
                <a:gridCol w="1057275"/>
                <a:gridCol w="990600"/>
                <a:gridCol w="826135"/>
              </a:tblGrid>
              <a:tr h="428625">
                <a:tc>
                  <a:txBody>
                    <a:bodyPr/>
                    <a:lstStyle>
                      <a:lvl1pPr marL="0" algn="l" defTabSz="914400" rtl="0" eaLnBrk="1" latinLnBrk="0" hangingPunct="1">
                        <a:spcBef>
                          <a:spcPct val="20000"/>
                        </a:spcBef>
                        <a:defRPr sz="2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1pPr>
                      <a:lvl2pPr marL="457200" algn="l" defTabSz="914400" rtl="0" eaLnBrk="1" latinLnBrk="0" hangingPunct="1">
                        <a:spcBef>
                          <a:spcPct val="20000"/>
                        </a:spcBef>
                        <a:defRPr sz="24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2pPr>
                      <a:lvl3pPr marL="914400" algn="l" defTabSz="914400" rtl="0" eaLnBrk="1" latinLnBrk="0" hangingPunct="1">
                        <a:spcBef>
                          <a:spcPct val="20000"/>
                        </a:spcBef>
                        <a:defRPr sz="20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3pPr>
                      <a:lvl4pPr marL="13716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4pPr>
                      <a:lvl5pPr marL="18288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5pPr>
                      <a:lvl6pPr marL="22860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6pPr>
                      <a:lvl7pPr marL="27432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7pPr>
                      <a:lvl8pPr marL="32004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8pPr>
                      <a:lvl9pPr marL="36576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9pPr>
                    </a:lstStyle>
                    <a:p>
                      <a:pPr marL="0" marR="0" lvl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buClrTx/>
                        <a:buSzTx/>
                        <a:buFontTx/>
                        <a:buNone/>
                      </a:pPr>
                      <a:r>
                        <a:rPr kumimoji="0" lang="zh-CN" altLang="en-US" sz="1100" b="1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NO</a:t>
                      </a:r>
                      <a:endParaRPr kumimoji="0" lang="zh-CN" altLang="en-US" sz="1100" b="1" u="none" strike="noStrike" cap="none" normalizeH="0" baseline="0" dirty="0"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T="45725" marB="45725" anchor="ctr" horzOverflow="overflow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buClrTx/>
                        <a:buSzTx/>
                        <a:buFontTx/>
                        <a:buNone/>
                      </a:pPr>
                      <a:r>
                        <a:rPr kumimoji="0" lang="zh-CN" altLang="en-US" sz="1100" b="1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类别</a:t>
                      </a:r>
                      <a:endParaRPr kumimoji="0" lang="zh-CN" altLang="en-US" sz="1100" b="1" u="none" strike="noStrike" cap="none" normalizeH="0" baseline="0" dirty="0"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T="45725" marB="45725" anchor="ctr" horzOverflow="overflow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spcBef>
                          <a:spcPct val="20000"/>
                        </a:spcBef>
                        <a:defRPr sz="2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1pPr>
                      <a:lvl2pPr marL="457200" algn="l" defTabSz="914400" rtl="0" eaLnBrk="1" latinLnBrk="0" hangingPunct="1">
                        <a:spcBef>
                          <a:spcPct val="20000"/>
                        </a:spcBef>
                        <a:defRPr sz="24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2pPr>
                      <a:lvl3pPr marL="914400" algn="l" defTabSz="914400" rtl="0" eaLnBrk="1" latinLnBrk="0" hangingPunct="1">
                        <a:spcBef>
                          <a:spcPct val="20000"/>
                        </a:spcBef>
                        <a:defRPr sz="20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3pPr>
                      <a:lvl4pPr marL="13716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4pPr>
                      <a:lvl5pPr marL="18288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5pPr>
                      <a:lvl6pPr marL="22860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6pPr>
                      <a:lvl7pPr marL="27432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7pPr>
                      <a:lvl8pPr marL="32004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8pPr>
                      <a:lvl9pPr marL="36576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9pPr>
                    </a:lstStyle>
                    <a:p>
                      <a:pPr marL="0" marR="0" lvl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buClrTx/>
                        <a:buSzTx/>
                        <a:buFontTx/>
                        <a:buNone/>
                      </a:pPr>
                      <a:r>
                        <a:rPr kumimoji="0" lang="zh-CN" altLang="en-US" sz="1100" b="1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行动</a:t>
                      </a:r>
                      <a:endParaRPr kumimoji="0" lang="zh-CN" altLang="en-US" sz="1100" b="1" u="none" strike="noStrike" cap="none" normalizeH="0" baseline="0" dirty="0"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T="45725" marB="45725" anchor="ctr" horzOverflow="overflow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spcBef>
                          <a:spcPct val="20000"/>
                        </a:spcBef>
                        <a:defRPr sz="2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1pPr>
                      <a:lvl2pPr marL="457200" algn="l" defTabSz="914400" rtl="0" eaLnBrk="1" latinLnBrk="0" hangingPunct="1">
                        <a:spcBef>
                          <a:spcPct val="20000"/>
                        </a:spcBef>
                        <a:defRPr sz="24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2pPr>
                      <a:lvl3pPr marL="914400" algn="l" defTabSz="914400" rtl="0" eaLnBrk="1" latinLnBrk="0" hangingPunct="1">
                        <a:spcBef>
                          <a:spcPct val="20000"/>
                        </a:spcBef>
                        <a:defRPr sz="20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3pPr>
                      <a:lvl4pPr marL="13716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4pPr>
                      <a:lvl5pPr marL="18288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5pPr>
                      <a:lvl6pPr marL="22860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6pPr>
                      <a:lvl7pPr marL="27432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7pPr>
                      <a:lvl8pPr marL="32004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8pPr>
                      <a:lvl9pPr marL="36576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9pPr>
                    </a:lstStyle>
                    <a:p>
                      <a:pPr marL="0" marR="0" lvl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buClrTx/>
                        <a:buSzTx/>
                        <a:buFontTx/>
                        <a:buNone/>
                      </a:pPr>
                      <a:r>
                        <a:rPr kumimoji="0" lang="zh-CN" altLang="en-US" sz="1100" b="1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部门/负责人</a:t>
                      </a:r>
                      <a:endParaRPr kumimoji="0" lang="zh-CN" altLang="en-US" sz="1100" b="1" u="none" strike="noStrike" cap="none" normalizeH="0" baseline="0" dirty="0"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T="45725" marB="45725" anchor="ctr" horzOverflow="overflow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spcBef>
                          <a:spcPct val="20000"/>
                        </a:spcBef>
                        <a:defRPr sz="2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1pPr>
                      <a:lvl2pPr marL="457200" algn="l" defTabSz="914400" rtl="0" eaLnBrk="1" latinLnBrk="0" hangingPunct="1">
                        <a:spcBef>
                          <a:spcPct val="20000"/>
                        </a:spcBef>
                        <a:defRPr sz="24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2pPr>
                      <a:lvl3pPr marL="914400" algn="l" defTabSz="914400" rtl="0" eaLnBrk="1" latinLnBrk="0" hangingPunct="1">
                        <a:spcBef>
                          <a:spcPct val="20000"/>
                        </a:spcBef>
                        <a:defRPr sz="20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3pPr>
                      <a:lvl4pPr marL="13716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4pPr>
                      <a:lvl5pPr marL="18288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5pPr>
                      <a:lvl6pPr marL="22860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6pPr>
                      <a:lvl7pPr marL="27432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7pPr>
                      <a:lvl8pPr marL="32004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8pPr>
                      <a:lvl9pPr marL="36576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9pPr>
                    </a:lstStyle>
                    <a:p>
                      <a:pPr marL="0" marR="0" lvl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buClrTx/>
                        <a:buSzTx/>
                        <a:buFontTx/>
                        <a:buNone/>
                      </a:pPr>
                      <a:r>
                        <a:rPr kumimoji="0" lang="zh-CN" altLang="en-US" sz="1100" b="1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日期</a:t>
                      </a:r>
                      <a:endParaRPr kumimoji="0" lang="zh-CN" altLang="en-US" sz="1100" b="1" u="none" strike="noStrike" cap="none" normalizeH="0" baseline="0" dirty="0"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T="45725" marB="45725" anchor="ctr" horzOverflow="overflow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spcBef>
                          <a:spcPct val="20000"/>
                        </a:spcBef>
                        <a:defRPr sz="2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1pPr>
                      <a:lvl2pPr marL="457200" algn="l" defTabSz="914400" rtl="0" eaLnBrk="1" latinLnBrk="0" hangingPunct="1">
                        <a:spcBef>
                          <a:spcPct val="20000"/>
                        </a:spcBef>
                        <a:defRPr sz="24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2pPr>
                      <a:lvl3pPr marL="914400" algn="l" defTabSz="914400" rtl="0" eaLnBrk="1" latinLnBrk="0" hangingPunct="1">
                        <a:spcBef>
                          <a:spcPct val="20000"/>
                        </a:spcBef>
                        <a:defRPr sz="20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3pPr>
                      <a:lvl4pPr marL="13716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4pPr>
                      <a:lvl5pPr marL="18288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5pPr>
                      <a:lvl6pPr marL="22860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6pPr>
                      <a:lvl7pPr marL="27432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7pPr>
                      <a:lvl8pPr marL="32004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8pPr>
                      <a:lvl9pPr marL="36576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9pPr>
                    </a:lstStyle>
                    <a:p>
                      <a:pPr marL="0" marR="0" lvl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buClrTx/>
                        <a:buSzTx/>
                        <a:buFontTx/>
                        <a:buNone/>
                      </a:pPr>
                      <a:r>
                        <a:rPr kumimoji="0" lang="zh-CN" altLang="en-US" sz="1100" b="1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状态</a:t>
                      </a:r>
                      <a:endParaRPr kumimoji="0" lang="zh-CN" altLang="en-US" sz="1100" b="1" u="none" strike="noStrike" cap="none" normalizeH="0" baseline="0" dirty="0"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T="45725" marB="45725" anchor="ctr" horzOverflow="overflow">
                    <a:solidFill>
                      <a:schemeClr val="bg1">
                        <a:lumMod val="85000"/>
                      </a:schemeClr>
                    </a:solidFill>
                  </a:tcPr>
                </a:tc>
              </a:tr>
              <a:tr h="299088">
                <a:tc>
                  <a:txBody>
                    <a:bodyPr/>
                    <a:lstStyle>
                      <a:lvl1pPr marL="0" algn="l" defTabSz="914400" rtl="0" eaLnBrk="1" latinLnBrk="0" hangingPunct="1">
                        <a:spcBef>
                          <a:spcPct val="20000"/>
                        </a:spcBef>
                        <a:defRPr sz="2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1pPr>
                      <a:lvl2pPr marL="457200" algn="l" defTabSz="914400" rtl="0" eaLnBrk="1" latinLnBrk="0" hangingPunct="1">
                        <a:spcBef>
                          <a:spcPct val="20000"/>
                        </a:spcBef>
                        <a:defRPr sz="24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2pPr>
                      <a:lvl3pPr marL="914400" algn="l" defTabSz="914400" rtl="0" eaLnBrk="1" latinLnBrk="0" hangingPunct="1">
                        <a:spcBef>
                          <a:spcPct val="20000"/>
                        </a:spcBef>
                        <a:defRPr sz="20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3pPr>
                      <a:lvl4pPr marL="13716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4pPr>
                      <a:lvl5pPr marL="18288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5pPr>
                      <a:lvl6pPr marL="22860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6pPr>
                      <a:lvl7pPr marL="27432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7pPr>
                      <a:lvl8pPr marL="32004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8pPr>
                      <a:lvl9pPr marL="36576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en-US" altLang="zh-CN" sz="100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</a:t>
                      </a:r>
                      <a:endParaRPr kumimoji="0" lang="en-US" altLang="zh-CN" sz="1000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T="45725" marB="45725" anchor="ctr" horzOverflow="overflow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lang="en-US" altLang="zh-CN" sz="100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客户方</a:t>
                      </a:r>
                      <a:endParaRPr kumimoji="0" lang="en-US" altLang="zh-CN" sz="1000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T="45725" marB="45725" anchor="ctr" horzOverflow="overflow"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spcBef>
                          <a:spcPct val="20000"/>
                        </a:spcBef>
                        <a:defRPr sz="2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1pPr>
                      <a:lvl2pPr marL="457200" algn="l" defTabSz="914400" rtl="0" eaLnBrk="1" latinLnBrk="0" hangingPunct="1">
                        <a:spcBef>
                          <a:spcPct val="20000"/>
                        </a:spcBef>
                        <a:defRPr sz="24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2pPr>
                      <a:lvl3pPr marL="914400" algn="l" defTabSz="914400" rtl="0" eaLnBrk="1" latinLnBrk="0" hangingPunct="1">
                        <a:spcBef>
                          <a:spcPct val="20000"/>
                        </a:spcBef>
                        <a:defRPr sz="20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3pPr>
                      <a:lvl4pPr marL="13716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4pPr>
                      <a:lvl5pPr marL="18288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5pPr>
                      <a:lvl6pPr marL="22860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6pPr>
                      <a:lvl7pPr marL="27432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7pPr>
                      <a:lvl8pPr marL="32004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8pPr>
                      <a:lvl9pPr marL="36576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endParaRPr kumimoji="0" lang="en-US" altLang="zh-CN" sz="1000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T="45725" marB="45725" anchor="ctr" horzOverflow="overflow"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spcBef>
                          <a:spcPct val="20000"/>
                        </a:spcBef>
                        <a:defRPr sz="2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1pPr>
                      <a:lvl2pPr marL="457200" algn="l" defTabSz="914400" rtl="0" eaLnBrk="1" latinLnBrk="0" hangingPunct="1">
                        <a:spcBef>
                          <a:spcPct val="20000"/>
                        </a:spcBef>
                        <a:defRPr sz="24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2pPr>
                      <a:lvl3pPr marL="914400" algn="l" defTabSz="914400" rtl="0" eaLnBrk="1" latinLnBrk="0" hangingPunct="1">
                        <a:spcBef>
                          <a:spcPct val="20000"/>
                        </a:spcBef>
                        <a:defRPr sz="20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3pPr>
                      <a:lvl4pPr marL="13716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4pPr>
                      <a:lvl5pPr marL="18288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5pPr>
                      <a:lvl6pPr marL="22860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6pPr>
                      <a:lvl7pPr marL="27432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7pPr>
                      <a:lvl8pPr marL="32004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8pPr>
                      <a:lvl9pPr marL="36576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endParaRPr kumimoji="0" lang="zh-CN" altLang="en-US" sz="1000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T="45725" marB="45725" anchor="ctr" horzOverflow="overflow"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spcBef>
                          <a:spcPct val="20000"/>
                        </a:spcBef>
                        <a:defRPr sz="2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1pPr>
                      <a:lvl2pPr marL="457200" algn="l" defTabSz="914400" rtl="0" eaLnBrk="1" latinLnBrk="0" hangingPunct="1">
                        <a:spcBef>
                          <a:spcPct val="20000"/>
                        </a:spcBef>
                        <a:defRPr sz="24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2pPr>
                      <a:lvl3pPr marL="914400" algn="l" defTabSz="914400" rtl="0" eaLnBrk="1" latinLnBrk="0" hangingPunct="1">
                        <a:spcBef>
                          <a:spcPct val="20000"/>
                        </a:spcBef>
                        <a:defRPr sz="20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3pPr>
                      <a:lvl4pPr marL="13716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4pPr>
                      <a:lvl5pPr marL="18288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5pPr>
                      <a:lvl6pPr marL="22860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6pPr>
                      <a:lvl7pPr marL="27432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7pPr>
                      <a:lvl8pPr marL="32004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8pPr>
                      <a:lvl9pPr marL="36576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9pPr>
                    </a:lstStyle>
                    <a:p>
                      <a:pPr marL="0" marR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en-US" altLang="zh-CN" sz="100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sym typeface="+mn-ea"/>
                      </a:endParaRPr>
                    </a:p>
                  </a:txBody>
                  <a:tcPr marT="45725" marB="45725" anchor="ctr" horzOverflow="overflow"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spcBef>
                          <a:spcPct val="20000"/>
                        </a:spcBef>
                        <a:defRPr sz="2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1pPr>
                      <a:lvl2pPr marL="457200" algn="l" defTabSz="914400" rtl="0" eaLnBrk="1" latinLnBrk="0" hangingPunct="1">
                        <a:spcBef>
                          <a:spcPct val="20000"/>
                        </a:spcBef>
                        <a:defRPr sz="24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2pPr>
                      <a:lvl3pPr marL="914400" algn="l" defTabSz="914400" rtl="0" eaLnBrk="1" latinLnBrk="0" hangingPunct="1">
                        <a:spcBef>
                          <a:spcPct val="20000"/>
                        </a:spcBef>
                        <a:defRPr sz="20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3pPr>
                      <a:lvl4pPr marL="13716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4pPr>
                      <a:lvl5pPr marL="18288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5pPr>
                      <a:lvl6pPr marL="22860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6pPr>
                      <a:lvl7pPr marL="27432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7pPr>
                      <a:lvl8pPr marL="32004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8pPr>
                      <a:lvl9pPr marL="36576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endParaRPr kumimoji="0" lang="en-US" altLang="zh-CN" sz="1000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T="45725" marB="45725" anchor="ctr" horzOverflow="overflow"/>
                </a:tc>
              </a:tr>
              <a:tr h="260350">
                <a:tc>
                  <a:txBody>
                    <a:bodyPr/>
                    <a:lstStyle>
                      <a:lvl1pPr marL="0" algn="l" defTabSz="914400" rtl="0" eaLnBrk="1" latinLnBrk="0" hangingPunct="1">
                        <a:spcBef>
                          <a:spcPct val="20000"/>
                        </a:spcBef>
                        <a:defRPr sz="2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1pPr>
                      <a:lvl2pPr marL="457200" algn="l" defTabSz="914400" rtl="0" eaLnBrk="1" latinLnBrk="0" hangingPunct="1">
                        <a:spcBef>
                          <a:spcPct val="20000"/>
                        </a:spcBef>
                        <a:defRPr sz="24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2pPr>
                      <a:lvl3pPr marL="914400" algn="l" defTabSz="914400" rtl="0" eaLnBrk="1" latinLnBrk="0" hangingPunct="1">
                        <a:spcBef>
                          <a:spcPct val="20000"/>
                        </a:spcBef>
                        <a:defRPr sz="20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3pPr>
                      <a:lvl4pPr marL="13716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4pPr>
                      <a:lvl5pPr marL="18288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5pPr>
                      <a:lvl6pPr marL="22860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6pPr>
                      <a:lvl7pPr marL="27432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7pPr>
                      <a:lvl8pPr marL="32004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8pPr>
                      <a:lvl9pPr marL="36576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en-US" altLang="zh-CN" sz="100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</a:t>
                      </a:r>
                      <a:endParaRPr kumimoji="0" lang="en-US" altLang="zh-CN" sz="1000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T="45725" marB="45725" anchor="ctr" horzOverflow="overflow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lang="en-US" altLang="zh-CN" sz="100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在途</a:t>
                      </a:r>
                      <a:endParaRPr kumimoji="0" lang="en-US" altLang="zh-CN" sz="1000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T="45725" marB="45725" anchor="ctr" horzOverflow="overflow"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spcBef>
                          <a:spcPct val="20000"/>
                        </a:spcBef>
                        <a:defRPr sz="2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1pPr>
                      <a:lvl2pPr marL="457200" algn="l" defTabSz="914400" rtl="0" eaLnBrk="1" latinLnBrk="0" hangingPunct="1">
                        <a:spcBef>
                          <a:spcPct val="20000"/>
                        </a:spcBef>
                        <a:defRPr sz="24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2pPr>
                      <a:lvl3pPr marL="914400" algn="l" defTabSz="914400" rtl="0" eaLnBrk="1" latinLnBrk="0" hangingPunct="1">
                        <a:spcBef>
                          <a:spcPct val="20000"/>
                        </a:spcBef>
                        <a:defRPr sz="20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3pPr>
                      <a:lvl4pPr marL="13716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4pPr>
                      <a:lvl5pPr marL="18288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5pPr>
                      <a:lvl6pPr marL="22860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6pPr>
                      <a:lvl7pPr marL="27432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7pPr>
                      <a:lvl8pPr marL="32004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8pPr>
                      <a:lvl9pPr marL="36576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endParaRPr kumimoji="0" lang="zh-CN" altLang="en-US" sz="1000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T="45725" marB="45725" anchor="ctr" horzOverflow="overflow"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spcBef>
                          <a:spcPct val="20000"/>
                        </a:spcBef>
                        <a:defRPr sz="2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1pPr>
                      <a:lvl2pPr marL="457200" algn="l" defTabSz="914400" rtl="0" eaLnBrk="1" latinLnBrk="0" hangingPunct="1">
                        <a:spcBef>
                          <a:spcPct val="20000"/>
                        </a:spcBef>
                        <a:defRPr sz="24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2pPr>
                      <a:lvl3pPr marL="914400" algn="l" defTabSz="914400" rtl="0" eaLnBrk="1" latinLnBrk="0" hangingPunct="1">
                        <a:spcBef>
                          <a:spcPct val="20000"/>
                        </a:spcBef>
                        <a:defRPr sz="20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3pPr>
                      <a:lvl4pPr marL="13716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4pPr>
                      <a:lvl5pPr marL="18288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5pPr>
                      <a:lvl6pPr marL="22860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6pPr>
                      <a:lvl7pPr marL="27432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7pPr>
                      <a:lvl8pPr marL="32004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8pPr>
                      <a:lvl9pPr marL="36576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endParaRPr kumimoji="0" lang="zh-CN" altLang="en-US" sz="100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T="45725" marB="45725" anchor="ctr" horzOverflow="overflow"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spcBef>
                          <a:spcPct val="20000"/>
                        </a:spcBef>
                        <a:defRPr sz="2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1pPr>
                      <a:lvl2pPr marL="457200" algn="l" defTabSz="914400" rtl="0" eaLnBrk="1" latinLnBrk="0" hangingPunct="1">
                        <a:spcBef>
                          <a:spcPct val="20000"/>
                        </a:spcBef>
                        <a:defRPr sz="24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2pPr>
                      <a:lvl3pPr marL="914400" algn="l" defTabSz="914400" rtl="0" eaLnBrk="1" latinLnBrk="0" hangingPunct="1">
                        <a:spcBef>
                          <a:spcPct val="20000"/>
                        </a:spcBef>
                        <a:defRPr sz="20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3pPr>
                      <a:lvl4pPr marL="13716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4pPr>
                      <a:lvl5pPr marL="18288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5pPr>
                      <a:lvl6pPr marL="22860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6pPr>
                      <a:lvl7pPr marL="27432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7pPr>
                      <a:lvl8pPr marL="32004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8pPr>
                      <a:lvl9pPr marL="36576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9pPr>
                    </a:lstStyle>
                    <a:p>
                      <a:pPr marL="0" marR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kumimoji="0" lang="en-US" altLang="zh-CN" sz="100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  <a:sym typeface="+mn-ea"/>
                      </a:endParaRPr>
                    </a:p>
                  </a:txBody>
                  <a:tcPr marT="45725" marB="45725" anchor="ctr" horzOverflow="overflow"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spcBef>
                          <a:spcPct val="20000"/>
                        </a:spcBef>
                        <a:defRPr sz="2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1pPr>
                      <a:lvl2pPr marL="457200" algn="l" defTabSz="914400" rtl="0" eaLnBrk="1" latinLnBrk="0" hangingPunct="1">
                        <a:spcBef>
                          <a:spcPct val="20000"/>
                        </a:spcBef>
                        <a:defRPr sz="24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2pPr>
                      <a:lvl3pPr marL="914400" algn="l" defTabSz="914400" rtl="0" eaLnBrk="1" latinLnBrk="0" hangingPunct="1">
                        <a:spcBef>
                          <a:spcPct val="20000"/>
                        </a:spcBef>
                        <a:defRPr sz="20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3pPr>
                      <a:lvl4pPr marL="13716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4pPr>
                      <a:lvl5pPr marL="18288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5pPr>
                      <a:lvl6pPr marL="22860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6pPr>
                      <a:lvl7pPr marL="27432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7pPr>
                      <a:lvl8pPr marL="32004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8pPr>
                      <a:lvl9pPr marL="36576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endParaRPr kumimoji="0" lang="en-US" altLang="zh-CN" sz="100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T="45725" marB="45725" anchor="ctr" horzOverflow="overflow"/>
                </a:tc>
              </a:tr>
              <a:tr h="260985">
                <a:tc>
                  <a:txBody>
                    <a:bodyPr/>
                    <a:lstStyle>
                      <a:lvl1pPr marL="0" algn="l" defTabSz="914400" rtl="0" eaLnBrk="1" latinLnBrk="0" hangingPunct="1">
                        <a:spcBef>
                          <a:spcPct val="20000"/>
                        </a:spcBef>
                        <a:defRPr sz="2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1pPr>
                      <a:lvl2pPr marL="457200" algn="l" defTabSz="914400" rtl="0" eaLnBrk="1" latinLnBrk="0" hangingPunct="1">
                        <a:spcBef>
                          <a:spcPct val="20000"/>
                        </a:spcBef>
                        <a:defRPr sz="24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2pPr>
                      <a:lvl3pPr marL="914400" algn="l" defTabSz="914400" rtl="0" eaLnBrk="1" latinLnBrk="0" hangingPunct="1">
                        <a:spcBef>
                          <a:spcPct val="20000"/>
                        </a:spcBef>
                        <a:defRPr sz="20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3pPr>
                      <a:lvl4pPr marL="13716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4pPr>
                      <a:lvl5pPr marL="18288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5pPr>
                      <a:lvl6pPr marL="22860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6pPr>
                      <a:lvl7pPr marL="27432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7pPr>
                      <a:lvl8pPr marL="32004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8pPr>
                      <a:lvl9pPr marL="36576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en-US" altLang="zh-CN" sz="100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3</a:t>
                      </a:r>
                      <a:endParaRPr kumimoji="0" lang="en-US" altLang="zh-CN" sz="1000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T="45725" marB="45725" anchor="ctr" horzOverflow="overflow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lang="en-US" altLang="zh-CN" sz="100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中转仓</a:t>
                      </a:r>
                      <a:endParaRPr kumimoji="0" lang="en-US" altLang="zh-CN" sz="1000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T="45725" marB="45725" anchor="ctr" horzOverflow="overflow"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spcBef>
                          <a:spcPct val="20000"/>
                        </a:spcBef>
                        <a:defRPr sz="2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1pPr>
                      <a:lvl2pPr marL="457200" algn="l" defTabSz="914400" rtl="0" eaLnBrk="1" latinLnBrk="0" hangingPunct="1">
                        <a:spcBef>
                          <a:spcPct val="20000"/>
                        </a:spcBef>
                        <a:defRPr sz="24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2pPr>
                      <a:lvl3pPr marL="914400" algn="l" defTabSz="914400" rtl="0" eaLnBrk="1" latinLnBrk="0" hangingPunct="1">
                        <a:spcBef>
                          <a:spcPct val="20000"/>
                        </a:spcBef>
                        <a:defRPr sz="20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3pPr>
                      <a:lvl4pPr marL="13716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4pPr>
                      <a:lvl5pPr marL="18288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5pPr>
                      <a:lvl6pPr marL="22860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6pPr>
                      <a:lvl7pPr marL="27432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7pPr>
                      <a:lvl8pPr marL="32004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8pPr>
                      <a:lvl9pPr marL="36576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endParaRPr kumimoji="0" lang="en-US" altLang="zh-CN" sz="1000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T="45725" marB="45725" anchor="ctr" horzOverflow="overflow"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spcBef>
                          <a:spcPct val="20000"/>
                        </a:spcBef>
                        <a:defRPr sz="2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1pPr>
                      <a:lvl2pPr marL="457200" algn="l" defTabSz="914400" rtl="0" eaLnBrk="1" latinLnBrk="0" hangingPunct="1">
                        <a:spcBef>
                          <a:spcPct val="20000"/>
                        </a:spcBef>
                        <a:defRPr sz="24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2pPr>
                      <a:lvl3pPr marL="914400" algn="l" defTabSz="914400" rtl="0" eaLnBrk="1" latinLnBrk="0" hangingPunct="1">
                        <a:spcBef>
                          <a:spcPct val="20000"/>
                        </a:spcBef>
                        <a:defRPr sz="20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3pPr>
                      <a:lvl4pPr marL="13716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4pPr>
                      <a:lvl5pPr marL="18288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5pPr>
                      <a:lvl6pPr marL="22860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6pPr>
                      <a:lvl7pPr marL="27432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7pPr>
                      <a:lvl8pPr marL="32004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8pPr>
                      <a:lvl9pPr marL="36576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endParaRPr kumimoji="0" lang="zh-CN" altLang="en-US" sz="100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T="45725" marB="45725" anchor="ctr" horzOverflow="overflow"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spcBef>
                          <a:spcPct val="20000"/>
                        </a:spcBef>
                        <a:defRPr sz="2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1pPr>
                      <a:lvl2pPr marL="457200" algn="l" defTabSz="914400" rtl="0" eaLnBrk="1" latinLnBrk="0" hangingPunct="1">
                        <a:spcBef>
                          <a:spcPct val="20000"/>
                        </a:spcBef>
                        <a:defRPr sz="24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2pPr>
                      <a:lvl3pPr marL="914400" algn="l" defTabSz="914400" rtl="0" eaLnBrk="1" latinLnBrk="0" hangingPunct="1">
                        <a:spcBef>
                          <a:spcPct val="20000"/>
                        </a:spcBef>
                        <a:defRPr sz="20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3pPr>
                      <a:lvl4pPr marL="13716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4pPr>
                      <a:lvl5pPr marL="18288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5pPr>
                      <a:lvl6pPr marL="22860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6pPr>
                      <a:lvl7pPr marL="27432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7pPr>
                      <a:lvl8pPr marL="32004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8pPr>
                      <a:lvl9pPr marL="36576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9pPr>
                    </a:lstStyle>
                    <a:p>
                      <a:pPr marL="0" marR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kumimoji="0" lang="en-US" altLang="zh-CN" sz="100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  <a:sym typeface="+mn-ea"/>
                      </a:endParaRPr>
                    </a:p>
                  </a:txBody>
                  <a:tcPr marT="45725" marB="45725" anchor="ctr" horzOverflow="overflow"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spcBef>
                          <a:spcPct val="20000"/>
                        </a:spcBef>
                        <a:defRPr sz="2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1pPr>
                      <a:lvl2pPr marL="457200" algn="l" defTabSz="914400" rtl="0" eaLnBrk="1" latinLnBrk="0" hangingPunct="1">
                        <a:spcBef>
                          <a:spcPct val="20000"/>
                        </a:spcBef>
                        <a:defRPr sz="24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2pPr>
                      <a:lvl3pPr marL="914400" algn="l" defTabSz="914400" rtl="0" eaLnBrk="1" latinLnBrk="0" hangingPunct="1">
                        <a:spcBef>
                          <a:spcPct val="20000"/>
                        </a:spcBef>
                        <a:defRPr sz="20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3pPr>
                      <a:lvl4pPr marL="13716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4pPr>
                      <a:lvl5pPr marL="18288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5pPr>
                      <a:lvl6pPr marL="22860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6pPr>
                      <a:lvl7pPr marL="27432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7pPr>
                      <a:lvl8pPr marL="32004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8pPr>
                      <a:lvl9pPr marL="36576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endParaRPr kumimoji="0" lang="en-US" altLang="zh-CN" sz="100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T="45725" marB="45725" anchor="ctr" horzOverflow="overflow"/>
                </a:tc>
              </a:tr>
              <a:tr h="32004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en-US" altLang="zh-CN" sz="100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4</a:t>
                      </a:r>
                      <a:endParaRPr kumimoji="0" lang="en-US" altLang="zh-CN" sz="1000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T="45725" marB="45725" anchor="ctr" horzOverflow="overflow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lang="en-US" altLang="zh-CN" sz="100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公司</a:t>
                      </a:r>
                      <a:endParaRPr kumimoji="0" lang="en-US" altLang="zh-CN" sz="1000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T="45725" marB="45725" anchor="ctr"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endParaRPr kumimoji="0" lang="zh-CN" altLang="en-US" sz="1000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T="45725" marB="45725" anchor="ctr" horzOverflow="overflow"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spcBef>
                          <a:spcPct val="20000"/>
                        </a:spcBef>
                        <a:defRPr sz="2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1pPr>
                      <a:lvl2pPr marL="457200" algn="l" defTabSz="914400" rtl="0" eaLnBrk="1" latinLnBrk="0" hangingPunct="1">
                        <a:spcBef>
                          <a:spcPct val="20000"/>
                        </a:spcBef>
                        <a:defRPr sz="24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2pPr>
                      <a:lvl3pPr marL="914400" algn="l" defTabSz="914400" rtl="0" eaLnBrk="1" latinLnBrk="0" hangingPunct="1">
                        <a:spcBef>
                          <a:spcPct val="20000"/>
                        </a:spcBef>
                        <a:defRPr sz="20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3pPr>
                      <a:lvl4pPr marL="13716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4pPr>
                      <a:lvl5pPr marL="18288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5pPr>
                      <a:lvl6pPr marL="22860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6pPr>
                      <a:lvl7pPr marL="27432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7pPr>
                      <a:lvl8pPr marL="32004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8pPr>
                      <a:lvl9pPr marL="36576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endParaRPr kumimoji="0" lang="zh-CN" altLang="en-US" sz="100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T="45725" marB="45725" anchor="ctr" horzOverflow="overflow"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spcBef>
                          <a:spcPct val="20000"/>
                        </a:spcBef>
                        <a:defRPr sz="2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1pPr>
                      <a:lvl2pPr marL="457200" algn="l" defTabSz="914400" rtl="0" eaLnBrk="1" latinLnBrk="0" hangingPunct="1">
                        <a:spcBef>
                          <a:spcPct val="20000"/>
                        </a:spcBef>
                        <a:defRPr sz="24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2pPr>
                      <a:lvl3pPr marL="914400" algn="l" defTabSz="914400" rtl="0" eaLnBrk="1" latinLnBrk="0" hangingPunct="1">
                        <a:spcBef>
                          <a:spcPct val="20000"/>
                        </a:spcBef>
                        <a:defRPr sz="20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3pPr>
                      <a:lvl4pPr marL="13716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4pPr>
                      <a:lvl5pPr marL="18288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5pPr>
                      <a:lvl6pPr marL="22860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6pPr>
                      <a:lvl7pPr marL="27432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7pPr>
                      <a:lvl8pPr marL="32004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8pPr>
                      <a:lvl9pPr marL="36576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9pPr>
                    </a:lstStyle>
                    <a:p>
                      <a:pPr marL="0" marR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kumimoji="0" lang="en-US" altLang="zh-CN" sz="100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  <a:sym typeface="+mn-ea"/>
                      </a:endParaRPr>
                    </a:p>
                  </a:txBody>
                  <a:tcPr marT="45725" marB="45725" anchor="ctr" horzOverflow="overflow"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spcBef>
                          <a:spcPct val="20000"/>
                        </a:spcBef>
                        <a:defRPr sz="2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1pPr>
                      <a:lvl2pPr marL="457200" algn="l" defTabSz="914400" rtl="0" eaLnBrk="1" latinLnBrk="0" hangingPunct="1">
                        <a:spcBef>
                          <a:spcPct val="20000"/>
                        </a:spcBef>
                        <a:defRPr sz="24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2pPr>
                      <a:lvl3pPr marL="914400" algn="l" defTabSz="914400" rtl="0" eaLnBrk="1" latinLnBrk="0" hangingPunct="1">
                        <a:spcBef>
                          <a:spcPct val="20000"/>
                        </a:spcBef>
                        <a:defRPr sz="20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3pPr>
                      <a:lvl4pPr marL="13716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4pPr>
                      <a:lvl5pPr marL="18288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5pPr>
                      <a:lvl6pPr marL="22860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6pPr>
                      <a:lvl7pPr marL="27432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7pPr>
                      <a:lvl8pPr marL="32004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8pPr>
                      <a:lvl9pPr marL="36576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endParaRPr kumimoji="0" lang="en-US" altLang="zh-CN" sz="100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T="45725" marB="45725" anchor="ctr" horzOverflow="overflow"/>
                </a:tc>
              </a:tr>
              <a:tr h="26098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en-US" altLang="zh-CN" sz="100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5</a:t>
                      </a:r>
                      <a:endParaRPr kumimoji="0" lang="en-US" altLang="zh-CN" sz="1000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T="45725" marB="45725" anchor="ctr" horzOverflow="overflow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lang="en-US" altLang="zh-CN" sz="100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物料</a:t>
                      </a:r>
                      <a:endParaRPr kumimoji="0" lang="en-US" altLang="zh-CN" sz="1000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T="45725" marB="45725" anchor="ctr"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endParaRPr kumimoji="0" lang="zh-CN" altLang="en-US" sz="1000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T="45725" marB="45725" anchor="ctr" horzOverflow="overflow"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spcBef>
                          <a:spcPct val="20000"/>
                        </a:spcBef>
                        <a:defRPr sz="2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1pPr>
                      <a:lvl2pPr marL="457200" algn="l" defTabSz="914400" rtl="0" eaLnBrk="1" latinLnBrk="0" hangingPunct="1">
                        <a:spcBef>
                          <a:spcPct val="20000"/>
                        </a:spcBef>
                        <a:defRPr sz="24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2pPr>
                      <a:lvl3pPr marL="914400" algn="l" defTabSz="914400" rtl="0" eaLnBrk="1" latinLnBrk="0" hangingPunct="1">
                        <a:spcBef>
                          <a:spcPct val="20000"/>
                        </a:spcBef>
                        <a:defRPr sz="20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3pPr>
                      <a:lvl4pPr marL="13716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4pPr>
                      <a:lvl5pPr marL="18288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5pPr>
                      <a:lvl6pPr marL="22860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6pPr>
                      <a:lvl7pPr marL="27432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7pPr>
                      <a:lvl8pPr marL="32004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8pPr>
                      <a:lvl9pPr marL="36576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endParaRPr kumimoji="0" lang="zh-CN" altLang="en-US" sz="100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T="45725" marB="45725" anchor="ctr" horzOverflow="overflow"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spcBef>
                          <a:spcPct val="20000"/>
                        </a:spcBef>
                        <a:defRPr sz="2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1pPr>
                      <a:lvl2pPr marL="457200" algn="l" defTabSz="914400" rtl="0" eaLnBrk="1" latinLnBrk="0" hangingPunct="1">
                        <a:spcBef>
                          <a:spcPct val="20000"/>
                        </a:spcBef>
                        <a:defRPr sz="24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2pPr>
                      <a:lvl3pPr marL="914400" algn="l" defTabSz="914400" rtl="0" eaLnBrk="1" latinLnBrk="0" hangingPunct="1">
                        <a:spcBef>
                          <a:spcPct val="20000"/>
                        </a:spcBef>
                        <a:defRPr sz="20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3pPr>
                      <a:lvl4pPr marL="13716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4pPr>
                      <a:lvl5pPr marL="18288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5pPr>
                      <a:lvl6pPr marL="22860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6pPr>
                      <a:lvl7pPr marL="27432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7pPr>
                      <a:lvl8pPr marL="32004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8pPr>
                      <a:lvl9pPr marL="36576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9pPr>
                    </a:lstStyle>
                    <a:p>
                      <a:pPr marL="0" marR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kumimoji="0" lang="en-US" altLang="zh-CN" sz="100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  <a:sym typeface="+mn-ea"/>
                      </a:endParaRPr>
                    </a:p>
                  </a:txBody>
                  <a:tcPr marT="45725" marB="45725" anchor="ctr" horzOverflow="overflow"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spcBef>
                          <a:spcPct val="20000"/>
                        </a:spcBef>
                        <a:defRPr sz="2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1pPr>
                      <a:lvl2pPr marL="457200" algn="l" defTabSz="914400" rtl="0" eaLnBrk="1" latinLnBrk="0" hangingPunct="1">
                        <a:spcBef>
                          <a:spcPct val="20000"/>
                        </a:spcBef>
                        <a:defRPr sz="24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2pPr>
                      <a:lvl3pPr marL="914400" algn="l" defTabSz="914400" rtl="0" eaLnBrk="1" latinLnBrk="0" hangingPunct="1">
                        <a:spcBef>
                          <a:spcPct val="20000"/>
                        </a:spcBef>
                        <a:defRPr sz="20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3pPr>
                      <a:lvl4pPr marL="13716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4pPr>
                      <a:lvl5pPr marL="18288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5pPr>
                      <a:lvl6pPr marL="22860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6pPr>
                      <a:lvl7pPr marL="27432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7pPr>
                      <a:lvl8pPr marL="32004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8pPr>
                      <a:lvl9pPr marL="36576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endParaRPr kumimoji="0" lang="en-US" altLang="zh-CN" sz="100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T="45725" marB="45725" anchor="ctr" horzOverflow="overflow"/>
                </a:tc>
              </a:tr>
              <a:tr h="34798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en-US" altLang="zh-CN" sz="100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6</a:t>
                      </a:r>
                      <a:endParaRPr kumimoji="0" lang="en-US" altLang="zh-CN" sz="1000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T="45725" marB="45725" anchor="ctr" horzOverflow="overflow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lang="en-US" altLang="zh-CN" sz="100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在制品</a:t>
                      </a:r>
                      <a:endParaRPr kumimoji="0" lang="en-US" altLang="zh-CN" sz="1000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T="45725" marB="45725" anchor="ctr"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endParaRPr kumimoji="0" lang="zh-CN" sz="1000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T="45725" marB="45725" anchor="ctr" horzOverflow="overflow"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spcBef>
                          <a:spcPct val="20000"/>
                        </a:spcBef>
                        <a:defRPr sz="2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1pPr>
                      <a:lvl2pPr marL="457200" algn="l" defTabSz="914400" rtl="0" eaLnBrk="1" latinLnBrk="0" hangingPunct="1">
                        <a:spcBef>
                          <a:spcPct val="20000"/>
                        </a:spcBef>
                        <a:defRPr sz="24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2pPr>
                      <a:lvl3pPr marL="914400" algn="l" defTabSz="914400" rtl="0" eaLnBrk="1" latinLnBrk="0" hangingPunct="1">
                        <a:spcBef>
                          <a:spcPct val="20000"/>
                        </a:spcBef>
                        <a:defRPr sz="20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3pPr>
                      <a:lvl4pPr marL="13716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4pPr>
                      <a:lvl5pPr marL="18288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5pPr>
                      <a:lvl6pPr marL="22860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6pPr>
                      <a:lvl7pPr marL="27432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7pPr>
                      <a:lvl8pPr marL="32004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8pPr>
                      <a:lvl9pPr marL="36576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endParaRPr kumimoji="0" lang="zh-CN" altLang="en-US" sz="100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T="45725" marB="45725" anchor="ctr" horzOverflow="overflow"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spcBef>
                          <a:spcPct val="20000"/>
                        </a:spcBef>
                        <a:defRPr sz="2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1pPr>
                      <a:lvl2pPr marL="457200" algn="l" defTabSz="914400" rtl="0" eaLnBrk="1" latinLnBrk="0" hangingPunct="1">
                        <a:spcBef>
                          <a:spcPct val="20000"/>
                        </a:spcBef>
                        <a:defRPr sz="24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2pPr>
                      <a:lvl3pPr marL="914400" algn="l" defTabSz="914400" rtl="0" eaLnBrk="1" latinLnBrk="0" hangingPunct="1">
                        <a:spcBef>
                          <a:spcPct val="20000"/>
                        </a:spcBef>
                        <a:defRPr sz="20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3pPr>
                      <a:lvl4pPr marL="13716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4pPr>
                      <a:lvl5pPr marL="18288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5pPr>
                      <a:lvl6pPr marL="22860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6pPr>
                      <a:lvl7pPr marL="27432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7pPr>
                      <a:lvl8pPr marL="32004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8pPr>
                      <a:lvl9pPr marL="36576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9pPr>
                    </a:lstStyle>
                    <a:p>
                      <a:pPr marL="0" marR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kumimoji="0" lang="en-US" altLang="zh-CN" sz="100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  <a:sym typeface="+mn-ea"/>
                      </a:endParaRPr>
                    </a:p>
                  </a:txBody>
                  <a:tcPr marT="45725" marB="45725" anchor="ctr" horzOverflow="overflow"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spcBef>
                          <a:spcPct val="20000"/>
                        </a:spcBef>
                        <a:defRPr sz="2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1pPr>
                      <a:lvl2pPr marL="457200" algn="l" defTabSz="914400" rtl="0" eaLnBrk="1" latinLnBrk="0" hangingPunct="1">
                        <a:spcBef>
                          <a:spcPct val="20000"/>
                        </a:spcBef>
                        <a:defRPr sz="24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2pPr>
                      <a:lvl3pPr marL="914400" algn="l" defTabSz="914400" rtl="0" eaLnBrk="1" latinLnBrk="0" hangingPunct="1">
                        <a:spcBef>
                          <a:spcPct val="20000"/>
                        </a:spcBef>
                        <a:defRPr sz="20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3pPr>
                      <a:lvl4pPr marL="13716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4pPr>
                      <a:lvl5pPr marL="18288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5pPr>
                      <a:lvl6pPr marL="22860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6pPr>
                      <a:lvl7pPr marL="27432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7pPr>
                      <a:lvl8pPr marL="32004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8pPr>
                      <a:lvl9pPr marL="36576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endParaRPr kumimoji="0" lang="en-US" altLang="zh-CN" sz="100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T="45725" marB="45725" anchor="ctr" horzOverflow="overflow"/>
                </a:tc>
              </a:tr>
              <a:tr h="260350">
                <a:tc>
                  <a:txBody>
                    <a:bodyPr/>
                    <a:lstStyle>
                      <a:lvl1pPr marL="0" algn="l" defTabSz="914400" rtl="0" eaLnBrk="1" latinLnBrk="0" hangingPunct="1">
                        <a:spcBef>
                          <a:spcPct val="20000"/>
                        </a:spcBef>
                        <a:defRPr sz="2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1pPr>
                      <a:lvl2pPr marL="457200" algn="l" defTabSz="914400" rtl="0" eaLnBrk="1" latinLnBrk="0" hangingPunct="1">
                        <a:spcBef>
                          <a:spcPct val="20000"/>
                        </a:spcBef>
                        <a:defRPr sz="24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2pPr>
                      <a:lvl3pPr marL="914400" algn="l" defTabSz="914400" rtl="0" eaLnBrk="1" latinLnBrk="0" hangingPunct="1">
                        <a:spcBef>
                          <a:spcPct val="20000"/>
                        </a:spcBef>
                        <a:defRPr sz="20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3pPr>
                      <a:lvl4pPr marL="13716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4pPr>
                      <a:lvl5pPr marL="18288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5pPr>
                      <a:lvl6pPr marL="22860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6pPr>
                      <a:lvl7pPr marL="27432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7pPr>
                      <a:lvl8pPr marL="32004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8pPr>
                      <a:lvl9pPr marL="36576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en-US" altLang="zh-CN" sz="100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7</a:t>
                      </a:r>
                      <a:endParaRPr kumimoji="0" lang="en-US" altLang="zh-CN" sz="1000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T="45725" marB="45725" anchor="ctr" horzOverflow="overflow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lang="en-US" altLang="zh-CN" sz="100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其它</a:t>
                      </a:r>
                      <a:endParaRPr kumimoji="0" lang="en-US" altLang="zh-CN" sz="1000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T="45725" marB="45725" anchor="ctr" horzOverflow="overflow"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spcBef>
                          <a:spcPct val="20000"/>
                        </a:spcBef>
                        <a:defRPr sz="2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1pPr>
                      <a:lvl2pPr marL="457200" algn="l" defTabSz="914400" rtl="0" eaLnBrk="1" latinLnBrk="0" hangingPunct="1">
                        <a:spcBef>
                          <a:spcPct val="20000"/>
                        </a:spcBef>
                        <a:defRPr sz="24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2pPr>
                      <a:lvl3pPr marL="914400" algn="l" defTabSz="914400" rtl="0" eaLnBrk="1" latinLnBrk="0" hangingPunct="1">
                        <a:spcBef>
                          <a:spcPct val="20000"/>
                        </a:spcBef>
                        <a:defRPr sz="20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3pPr>
                      <a:lvl4pPr marL="13716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4pPr>
                      <a:lvl5pPr marL="18288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5pPr>
                      <a:lvl6pPr marL="22860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6pPr>
                      <a:lvl7pPr marL="27432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7pPr>
                      <a:lvl8pPr marL="32004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8pPr>
                      <a:lvl9pPr marL="36576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kumimoji="0" lang="zh-CN" altLang="zh-CN" sz="1000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T="45725" marB="45725" anchor="ctr" horzOverflow="overflow"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spcBef>
                          <a:spcPct val="20000"/>
                        </a:spcBef>
                        <a:defRPr sz="2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1pPr>
                      <a:lvl2pPr marL="457200" algn="l" defTabSz="914400" rtl="0" eaLnBrk="1" latinLnBrk="0" hangingPunct="1">
                        <a:spcBef>
                          <a:spcPct val="20000"/>
                        </a:spcBef>
                        <a:defRPr sz="24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2pPr>
                      <a:lvl3pPr marL="914400" algn="l" defTabSz="914400" rtl="0" eaLnBrk="1" latinLnBrk="0" hangingPunct="1">
                        <a:spcBef>
                          <a:spcPct val="20000"/>
                        </a:spcBef>
                        <a:defRPr sz="20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3pPr>
                      <a:lvl4pPr marL="13716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4pPr>
                      <a:lvl5pPr marL="18288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5pPr>
                      <a:lvl6pPr marL="22860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6pPr>
                      <a:lvl7pPr marL="27432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7pPr>
                      <a:lvl8pPr marL="32004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8pPr>
                      <a:lvl9pPr marL="36576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endParaRPr kumimoji="0" lang="zh-CN" altLang="en-US" sz="100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T="45725" marB="45725" anchor="ctr" horzOverflow="overflow"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spcBef>
                          <a:spcPct val="20000"/>
                        </a:spcBef>
                        <a:defRPr sz="2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1pPr>
                      <a:lvl2pPr marL="457200" algn="l" defTabSz="914400" rtl="0" eaLnBrk="1" latinLnBrk="0" hangingPunct="1">
                        <a:spcBef>
                          <a:spcPct val="20000"/>
                        </a:spcBef>
                        <a:defRPr sz="24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2pPr>
                      <a:lvl3pPr marL="914400" algn="l" defTabSz="914400" rtl="0" eaLnBrk="1" latinLnBrk="0" hangingPunct="1">
                        <a:spcBef>
                          <a:spcPct val="20000"/>
                        </a:spcBef>
                        <a:defRPr sz="20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3pPr>
                      <a:lvl4pPr marL="13716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4pPr>
                      <a:lvl5pPr marL="18288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5pPr>
                      <a:lvl6pPr marL="22860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6pPr>
                      <a:lvl7pPr marL="27432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7pPr>
                      <a:lvl8pPr marL="32004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8pPr>
                      <a:lvl9pPr marL="36576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9pPr>
                    </a:lstStyle>
                    <a:p>
                      <a:pPr marL="0" marR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kumimoji="0" lang="en-US" altLang="zh-CN" sz="100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  <a:sym typeface="+mn-ea"/>
                      </a:endParaRPr>
                    </a:p>
                  </a:txBody>
                  <a:tcPr marT="45725" marB="45725" anchor="ctr" horzOverflow="overflow"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spcBef>
                          <a:spcPct val="20000"/>
                        </a:spcBef>
                        <a:defRPr sz="2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1pPr>
                      <a:lvl2pPr marL="457200" algn="l" defTabSz="914400" rtl="0" eaLnBrk="1" latinLnBrk="0" hangingPunct="1">
                        <a:spcBef>
                          <a:spcPct val="20000"/>
                        </a:spcBef>
                        <a:defRPr sz="24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2pPr>
                      <a:lvl3pPr marL="914400" algn="l" defTabSz="914400" rtl="0" eaLnBrk="1" latinLnBrk="0" hangingPunct="1">
                        <a:spcBef>
                          <a:spcPct val="20000"/>
                        </a:spcBef>
                        <a:defRPr sz="20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3pPr>
                      <a:lvl4pPr marL="13716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4pPr>
                      <a:lvl5pPr marL="18288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5pPr>
                      <a:lvl6pPr marL="22860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6pPr>
                      <a:lvl7pPr marL="27432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7pPr>
                      <a:lvl8pPr marL="32004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8pPr>
                      <a:lvl9pPr marL="36576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endParaRPr kumimoji="0" lang="en-US" altLang="zh-CN" sz="100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T="45725" marB="45725" anchor="ctr" horzOverflow="overflow"/>
                </a:tc>
              </a:tr>
            </a:tbl>
          </a:graphicData>
        </a:graphic>
      </p:graphicFrame>
      <p:grpSp>
        <p:nvGrpSpPr>
          <p:cNvPr id="8" name="组合 7"/>
          <p:cNvGrpSpPr/>
          <p:nvPr/>
        </p:nvGrpSpPr>
        <p:grpSpPr>
          <a:xfrm>
            <a:off x="467360" y="808990"/>
            <a:ext cx="2835910" cy="245110"/>
            <a:chOff x="736" y="1274"/>
            <a:chExt cx="4466" cy="386"/>
          </a:xfrm>
        </p:grpSpPr>
        <p:sp>
          <p:nvSpPr>
            <p:cNvPr id="9" name="TextBox 2"/>
            <p:cNvSpPr/>
            <p:nvPr/>
          </p:nvSpPr>
          <p:spPr>
            <a:xfrm>
              <a:off x="963" y="1274"/>
              <a:ext cx="4239" cy="386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square" anchor="t">
              <a:spAutoFit/>
            </a:bodyPr>
            <a:p>
              <a:pPr>
                <a:lnSpc>
                  <a:spcPts val="1200"/>
                </a:lnSpc>
                <a:spcBef>
                  <a:spcPts val="600"/>
                </a:spcBef>
              </a:pPr>
              <a:r>
                <a:rPr lang="en-US" altLang="zh-CN" sz="1400" b="1" dirty="0" smtClean="0">
                  <a:latin typeface="微软雅黑" panose="020B0503020204020204" pitchFamily="34" charset="-122"/>
                  <a:ea typeface="微软雅黑" panose="020B0503020204020204" pitchFamily="34" charset="-122"/>
                  <a:sym typeface="微软雅黑" panose="020B0503020204020204" pitchFamily="34" charset="-122"/>
                </a:rPr>
                <a:t>D3  </a:t>
              </a:r>
              <a:r>
                <a:rPr lang="zh-CN" altLang="en-US" sz="1400" b="1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微软雅黑" panose="020B0503020204020204" pitchFamily="34" charset="-122"/>
                </a:rPr>
                <a:t>临时措施</a:t>
              </a:r>
              <a:endParaRPr lang="zh-CN" altLang="en-US" sz="1400" b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10" name="矩形 9"/>
            <p:cNvSpPr/>
            <p:nvPr/>
          </p:nvSpPr>
          <p:spPr>
            <a:xfrm>
              <a:off x="736" y="1313"/>
              <a:ext cx="227" cy="229"/>
            </a:xfrm>
            <a:prstGeom prst="rect">
              <a:avLst/>
            </a:prstGeom>
            <a:solidFill>
              <a:srgbClr val="E62135"/>
            </a:solidFill>
            <a:ln w="9525"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p>
              <a:pPr algn="ctr" fontAlgn="auto">
                <a:defRPr/>
              </a:pPr>
              <a:endParaRPr lang="zh-CN" altLang="en-US" sz="1600" noProof="1">
                <a:solidFill>
                  <a:srgbClr val="EBEBEB">
                    <a:lumMod val="10000"/>
                  </a:srgbClr>
                </a:solidFill>
              </a:endParaRPr>
            </a:p>
          </p:txBody>
        </p:sp>
      </p:grpSp>
    </p:spTree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灯片编号占位符 1"/>
          <p:cNvSpPr>
            <a:spLocks noGrp="1"/>
          </p:cNvSpPr>
          <p:nvPr>
            <p:ph type="sldNum" sz="quarter" idx="10"/>
          </p:nvPr>
        </p:nvSpPr>
        <p:spPr>
          <a:xfrm>
            <a:off x="8388350" y="4691063"/>
            <a:ext cx="360363" cy="112712"/>
          </a:xfrm>
          <a:noFill/>
          <a:ln>
            <a:noFill/>
          </a:ln>
        </p:spPr>
        <p:txBody>
          <a:bodyPr wrap="none" lIns="0" tIns="0" rIns="0" bIns="0" anchor="t"/>
          <a:lstStyle>
            <a:lvl1pPr marL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457200" lvl="1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2pPr>
            <a:lvl3pPr marL="914400" lvl="2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3pPr>
            <a:lvl4pPr marL="1371600" lvl="3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4pPr>
            <a:lvl5pPr marL="1828800" lvl="4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5pPr>
          </a:lstStyle>
          <a:p>
            <a:pPr lvl="0" algn="r"/>
            <a:fld id="{9A0DB2DC-4C9A-4742-B13C-FB6460FD3503}" type="slidenum">
              <a:rPr lang="en-US" altLang="zh-CN" sz="1000" b="1">
                <a:solidFill>
                  <a:schemeClr val="bg1"/>
                </a:solidFill>
                <a:latin typeface="Arial" panose="020B0604020202020204" pitchFamily="34" charset="0"/>
              </a:rPr>
            </a:fld>
            <a:endParaRPr lang="en-US" altLang="zh-CN" sz="1000" b="1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grpSp>
        <p:nvGrpSpPr>
          <p:cNvPr id="3" name="组合 2"/>
          <p:cNvGrpSpPr/>
          <p:nvPr/>
        </p:nvGrpSpPr>
        <p:grpSpPr>
          <a:xfrm>
            <a:off x="467360" y="808990"/>
            <a:ext cx="2835910" cy="245110"/>
            <a:chOff x="736" y="1274"/>
            <a:chExt cx="4466" cy="386"/>
          </a:xfrm>
        </p:grpSpPr>
        <p:sp>
          <p:nvSpPr>
            <p:cNvPr id="4" name="TextBox 2"/>
            <p:cNvSpPr/>
            <p:nvPr/>
          </p:nvSpPr>
          <p:spPr>
            <a:xfrm>
              <a:off x="963" y="1274"/>
              <a:ext cx="4239" cy="386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square" anchor="t">
              <a:spAutoFit/>
            </a:bodyPr>
            <a:p>
              <a:pPr>
                <a:lnSpc>
                  <a:spcPts val="1200"/>
                </a:lnSpc>
                <a:spcBef>
                  <a:spcPts val="600"/>
                </a:spcBef>
              </a:pPr>
              <a:r>
                <a:rPr lang="en-US" altLang="zh-CN" sz="1400" b="1" dirty="0" smtClean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微软雅黑" panose="020B0503020204020204" pitchFamily="34" charset="-122"/>
                </a:rPr>
                <a:t>D4  </a:t>
              </a:r>
              <a:r>
                <a:rPr lang="zh-CN" altLang="en-US" sz="1400" b="1" dirty="0" smtClean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微软雅黑" panose="020B0503020204020204" pitchFamily="34" charset="-122"/>
                </a:rPr>
                <a:t>原因</a:t>
              </a:r>
              <a:r>
                <a:rPr lang="zh-CN" altLang="en-US" sz="14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微软雅黑" panose="020B0503020204020204" pitchFamily="34" charset="-122"/>
                </a:rPr>
                <a:t>分析</a:t>
              </a:r>
              <a:endParaRPr lang="zh-CN" altLang="en-US" sz="1400" b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5" name="矩形 4"/>
            <p:cNvSpPr/>
            <p:nvPr/>
          </p:nvSpPr>
          <p:spPr>
            <a:xfrm>
              <a:off x="736" y="1313"/>
              <a:ext cx="227" cy="229"/>
            </a:xfrm>
            <a:prstGeom prst="rect">
              <a:avLst/>
            </a:prstGeom>
            <a:solidFill>
              <a:srgbClr val="E62135"/>
            </a:solidFill>
            <a:ln w="9525"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p>
              <a:pPr algn="ctr" fontAlgn="auto">
                <a:defRPr/>
              </a:pPr>
              <a:endParaRPr lang="zh-CN" altLang="en-US" sz="1600" noProof="1">
                <a:solidFill>
                  <a:srgbClr val="EBEBEB">
                    <a:lumMod val="10000"/>
                  </a:srgbClr>
                </a:solidFill>
              </a:endParaRPr>
            </a:p>
          </p:txBody>
        </p:sp>
      </p:grpSp>
      <p:sp>
        <p:nvSpPr>
          <p:cNvPr id="12290" name="AI_DYNAMIC"/>
          <p:cNvSpPr txBox="1"/>
          <p:nvPr/>
        </p:nvSpPr>
        <p:spPr>
          <a:xfrm>
            <a:off x="502920" y="4599432"/>
            <a:ext cx="8138160" cy="245110"/>
          </a:xfrm>
          <a:prstGeom prst="rect">
            <a:avLst/>
          </a:prstGeom>
          <a:noFill/>
        </p:spPr>
        <p:txBody>
          <a:bodyPr wrap="square">
            <a:spAutoFit/>
          </a:bodyPr>
          <a:p>
            <a:r>
              <a:rPr lang="zh-CN" sz="1000">
                <a:latin typeface="微软雅黑" panose="020B0503020204020204" pitchFamily="34" charset="-122"/>
              </a:rPr>
              <a:t>小结：此图片为示例图</a:t>
            </a:r>
            <a:endParaRPr sz="1000">
              <a:latin typeface="微软雅黑" panose="020B0503020204020204" pitchFamily="34" charset="-122"/>
            </a:endParaRPr>
          </a:p>
        </p:txBody>
      </p:sp>
      <p:pic>
        <p:nvPicPr>
          <p:cNvPr id="6" name="图片 5"/>
          <p:cNvPicPr/>
          <p:nvPr/>
        </p:nvPicPr>
        <p:blipFill>
          <a:blip r:embed="rId1"/>
          <a:stretch>
            <a:fillRect/>
          </a:stretch>
        </p:blipFill>
        <p:spPr>
          <a:xfrm>
            <a:off x="2242185" y="1193165"/>
            <a:ext cx="4659630" cy="3266440"/>
          </a:xfrm>
          <a:prstGeom prst="rect">
            <a:avLst/>
          </a:prstGeom>
        </p:spPr>
      </p:pic>
    </p:spTree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灯片编号占位符 1"/>
          <p:cNvSpPr>
            <a:spLocks noGrp="1"/>
          </p:cNvSpPr>
          <p:nvPr>
            <p:ph type="sldNum" sz="quarter" idx="10"/>
          </p:nvPr>
        </p:nvSpPr>
        <p:spPr>
          <a:xfrm>
            <a:off x="8388350" y="4691063"/>
            <a:ext cx="360363" cy="112712"/>
          </a:xfrm>
          <a:noFill/>
          <a:ln>
            <a:noFill/>
          </a:ln>
        </p:spPr>
        <p:txBody>
          <a:bodyPr wrap="none" lIns="0" tIns="0" rIns="0" bIns="0" anchor="t"/>
          <a:lstStyle>
            <a:lvl1pPr marL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457200" lvl="1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2pPr>
            <a:lvl3pPr marL="914400" lvl="2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3pPr>
            <a:lvl4pPr marL="1371600" lvl="3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4pPr>
            <a:lvl5pPr marL="1828800" lvl="4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5pPr>
          </a:lstStyle>
          <a:p>
            <a:pPr lvl="0" algn="r"/>
            <a:fld id="{9A0DB2DC-4C9A-4742-B13C-FB6460FD3503}" type="slidenum">
              <a:rPr lang="en-US" altLang="zh-CN" sz="1000" b="1">
                <a:solidFill>
                  <a:schemeClr val="bg1"/>
                </a:solidFill>
                <a:latin typeface="Arial" panose="020B0604020202020204" pitchFamily="34" charset="0"/>
              </a:rPr>
            </a:fld>
            <a:endParaRPr lang="en-US" altLang="zh-CN" sz="1000" b="1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grpSp>
        <p:nvGrpSpPr>
          <p:cNvPr id="3" name="组合 2"/>
          <p:cNvGrpSpPr/>
          <p:nvPr/>
        </p:nvGrpSpPr>
        <p:grpSpPr>
          <a:xfrm>
            <a:off x="467360" y="808990"/>
            <a:ext cx="2835910" cy="245110"/>
            <a:chOff x="736" y="1274"/>
            <a:chExt cx="4466" cy="386"/>
          </a:xfrm>
        </p:grpSpPr>
        <p:sp>
          <p:nvSpPr>
            <p:cNvPr id="4" name="TextBox 2"/>
            <p:cNvSpPr/>
            <p:nvPr/>
          </p:nvSpPr>
          <p:spPr>
            <a:xfrm>
              <a:off x="963" y="1274"/>
              <a:ext cx="4239" cy="386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square" anchor="t">
              <a:spAutoFit/>
            </a:bodyPr>
            <a:p>
              <a:pPr>
                <a:lnSpc>
                  <a:spcPts val="1200"/>
                </a:lnSpc>
                <a:spcBef>
                  <a:spcPts val="600"/>
                </a:spcBef>
              </a:pPr>
              <a:r>
                <a:rPr lang="en-US" altLang="zh-CN" sz="1400" b="1" dirty="0" smtClean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微软雅黑" panose="020B0503020204020204" pitchFamily="34" charset="-122"/>
                </a:rPr>
                <a:t>D4  </a:t>
              </a:r>
              <a:r>
                <a:rPr lang="zh-CN" altLang="en-US" sz="1400" b="1" dirty="0" smtClean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微软雅黑" panose="020B0503020204020204" pitchFamily="34" charset="-122"/>
                </a:rPr>
                <a:t>原因</a:t>
              </a:r>
              <a:r>
                <a:rPr lang="zh-CN" altLang="en-US" sz="14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微软雅黑" panose="020B0503020204020204" pitchFamily="34" charset="-122"/>
                </a:rPr>
                <a:t>分析</a:t>
              </a:r>
              <a:endParaRPr lang="zh-CN" altLang="en-US" sz="1400" b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5" name="矩形 4"/>
            <p:cNvSpPr/>
            <p:nvPr/>
          </p:nvSpPr>
          <p:spPr>
            <a:xfrm>
              <a:off x="736" y="1313"/>
              <a:ext cx="227" cy="229"/>
            </a:xfrm>
            <a:prstGeom prst="rect">
              <a:avLst/>
            </a:prstGeom>
            <a:solidFill>
              <a:srgbClr val="E62135"/>
            </a:solidFill>
            <a:ln w="9525"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p>
              <a:pPr algn="ctr" fontAlgn="auto">
                <a:defRPr/>
              </a:pPr>
              <a:endParaRPr lang="zh-CN" altLang="en-US" sz="1600" noProof="1">
                <a:solidFill>
                  <a:srgbClr val="EBEBEB">
                    <a:lumMod val="10000"/>
                  </a:srgbClr>
                </a:solidFill>
              </a:endParaRPr>
            </a:p>
          </p:txBody>
        </p:sp>
      </p:grpSp>
      <p:sp>
        <p:nvSpPr>
          <p:cNvPr id="12290" name="AI_DYNAMIC"/>
          <p:cNvSpPr txBox="1"/>
          <p:nvPr/>
        </p:nvSpPr>
        <p:spPr>
          <a:xfrm>
            <a:off x="502920" y="4599432"/>
            <a:ext cx="8138160" cy="245110"/>
          </a:xfrm>
          <a:prstGeom prst="rect">
            <a:avLst/>
          </a:prstGeom>
          <a:noFill/>
        </p:spPr>
        <p:txBody>
          <a:bodyPr wrap="square">
            <a:spAutoFit/>
          </a:bodyPr>
          <a:p>
            <a:r>
              <a:rPr lang="zh-CN" sz="1000">
                <a:latin typeface="微软雅黑" panose="020B0503020204020204" pitchFamily="34" charset="-122"/>
              </a:rPr>
              <a:t>小结：图一为示</a:t>
            </a:r>
            <a:r>
              <a:rPr lang="zh-CN" altLang="en-US" sz="1000">
                <a:latin typeface="微软雅黑" panose="020B0503020204020204" pitchFamily="34" charset="-122"/>
              </a:rPr>
              <a:t>例图，图二为示例图</a:t>
            </a:r>
            <a:endParaRPr lang="zh-CN" altLang="en-US" sz="1000">
              <a:latin typeface="微软雅黑" panose="020B0503020204020204" pitchFamily="34" charset="-122"/>
            </a:endParaRPr>
          </a:p>
        </p:txBody>
      </p:sp>
      <p:pic>
        <p:nvPicPr>
          <p:cNvPr id="6" name="图片 5"/>
          <p:cNvPicPr/>
          <p:nvPr/>
        </p:nvPicPr>
        <p:blipFill>
          <a:blip r:embed="rId1"/>
          <a:stretch>
            <a:fillRect/>
          </a:stretch>
        </p:blipFill>
        <p:spPr>
          <a:xfrm>
            <a:off x="1043305" y="1707515"/>
            <a:ext cx="2692400" cy="1887220"/>
          </a:xfrm>
          <a:prstGeom prst="rect">
            <a:avLst/>
          </a:prstGeom>
        </p:spPr>
      </p:pic>
      <p:pic>
        <p:nvPicPr>
          <p:cNvPr id="7" name="图片 6"/>
          <p:cNvPicPr/>
          <p:nvPr/>
        </p:nvPicPr>
        <p:blipFill>
          <a:blip r:embed="rId1"/>
          <a:stretch>
            <a:fillRect/>
          </a:stretch>
        </p:blipFill>
        <p:spPr>
          <a:xfrm>
            <a:off x="4572000" y="1707515"/>
            <a:ext cx="2692400" cy="1887220"/>
          </a:xfrm>
          <a:prstGeom prst="rect">
            <a:avLst/>
          </a:prstGeom>
        </p:spPr>
      </p:pic>
    </p:spTree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表格 8"/>
          <p:cNvGraphicFramePr/>
          <p:nvPr>
            <p:custDataLst>
              <p:tags r:id="rId1"/>
            </p:custDataLst>
          </p:nvPr>
        </p:nvGraphicFramePr>
        <p:xfrm>
          <a:off x="683260" y="1385570"/>
          <a:ext cx="7987665" cy="337947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33095"/>
                <a:gridCol w="3912870"/>
                <a:gridCol w="3441700"/>
              </a:tblGrid>
              <a:tr h="3960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1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层次</a:t>
                      </a:r>
                      <a:endParaRPr lang="zh-CN" altLang="en-US" sz="1100" b="1" dirty="0"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 anchorCtr="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1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问题</a:t>
                      </a:r>
                      <a:endParaRPr lang="zh-CN" altLang="en-US" sz="1100" b="1" dirty="0"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 anchorCtr="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1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原因</a:t>
                      </a:r>
                      <a:endParaRPr lang="zh-CN" altLang="en-US" sz="1100" b="1" dirty="0"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 anchorCtr="0">
                    <a:solidFill>
                      <a:schemeClr val="bg1">
                        <a:lumMod val="85000"/>
                      </a:schemeClr>
                    </a:solidFill>
                  </a:tcPr>
                </a:tc>
              </a:tr>
              <a:tr h="3960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00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Why1</a:t>
                      </a:r>
                      <a:endParaRPr lang="en-US" altLang="zh-CN" sz="100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100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100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 anchorCtr="0"/>
                </a:tc>
              </a:tr>
              <a:tr h="3960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000"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Why2</a:t>
                      </a:r>
                      <a:endParaRPr lang="zh-CN" altLang="en-US" sz="100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100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100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 anchorCtr="0"/>
                </a:tc>
              </a:tr>
              <a:tr h="3960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000"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Why3</a:t>
                      </a:r>
                      <a:endParaRPr lang="zh-CN" altLang="en-US" sz="100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100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100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 anchorCtr="0"/>
                </a:tc>
              </a:tr>
              <a:tr h="3960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000"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Why4</a:t>
                      </a:r>
                      <a:endParaRPr lang="zh-CN" altLang="en-US" sz="100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100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100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 anchorCtr="0"/>
                </a:tc>
              </a:tr>
              <a:tr h="3960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000"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Why5</a:t>
                      </a:r>
                      <a:endParaRPr lang="zh-CN" altLang="en-US" sz="100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100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100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 anchorCtr="0"/>
                </a:tc>
              </a:tr>
            </a:tbl>
          </a:graphicData>
        </a:graphic>
      </p:graphicFrame>
      <p:sp>
        <p:nvSpPr>
          <p:cNvPr id="18433" name="灯片编号占位符 1"/>
          <p:cNvSpPr>
            <a:spLocks noGrp="1"/>
          </p:cNvSpPr>
          <p:nvPr>
            <p:ph type="sldNum" sz="quarter" idx="10"/>
          </p:nvPr>
        </p:nvSpPr>
        <p:spPr>
          <a:xfrm>
            <a:off x="8388350" y="4691063"/>
            <a:ext cx="360363" cy="112712"/>
          </a:xfrm>
          <a:noFill/>
          <a:ln>
            <a:noFill/>
          </a:ln>
        </p:spPr>
        <p:txBody>
          <a:bodyPr wrap="none" lIns="0" tIns="0" rIns="0" bIns="0" anchor="t"/>
          <a:lstStyle>
            <a:lvl1pPr marL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457200" lvl="1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2pPr>
            <a:lvl3pPr marL="914400" lvl="2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3pPr>
            <a:lvl4pPr marL="1371600" lvl="3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4pPr>
            <a:lvl5pPr marL="1828800" lvl="4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5pPr>
          </a:lstStyle>
          <a:p>
            <a:pPr lvl="0" algn="r"/>
            <a:fld id="{9A0DB2DC-4C9A-4742-B13C-FB6460FD3503}" type="slidenum">
              <a:rPr lang="en-US" altLang="zh-CN" sz="1000" b="1">
                <a:solidFill>
                  <a:schemeClr val="bg1"/>
                </a:solidFill>
                <a:latin typeface="Arial" panose="020B0604020202020204" pitchFamily="34" charset="0"/>
              </a:rPr>
            </a:fld>
            <a:endParaRPr lang="en-US" altLang="zh-CN" sz="1000" b="1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grpSp>
        <p:nvGrpSpPr>
          <p:cNvPr id="3" name="组合 2"/>
          <p:cNvGrpSpPr/>
          <p:nvPr/>
        </p:nvGrpSpPr>
        <p:grpSpPr>
          <a:xfrm>
            <a:off x="467360" y="808990"/>
            <a:ext cx="2835910" cy="245110"/>
            <a:chOff x="736" y="1274"/>
            <a:chExt cx="4466" cy="386"/>
          </a:xfrm>
        </p:grpSpPr>
        <p:sp>
          <p:nvSpPr>
            <p:cNvPr id="4" name="TextBox 2"/>
            <p:cNvSpPr/>
            <p:nvPr/>
          </p:nvSpPr>
          <p:spPr>
            <a:xfrm>
              <a:off x="963" y="1274"/>
              <a:ext cx="4239" cy="386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square" anchor="t">
              <a:spAutoFit/>
            </a:bodyPr>
            <a:p>
              <a:pPr>
                <a:lnSpc>
                  <a:spcPts val="1200"/>
                </a:lnSpc>
                <a:spcBef>
                  <a:spcPts val="600"/>
                </a:spcBef>
              </a:pPr>
              <a:r>
                <a:rPr lang="en-US" altLang="zh-CN" sz="1400" b="1" dirty="0" smtClean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微软雅黑" panose="020B0503020204020204" pitchFamily="34" charset="-122"/>
                </a:rPr>
                <a:t>D4  </a:t>
              </a:r>
              <a:r>
                <a:rPr lang="zh-CN" altLang="en-US" sz="1400" b="1" dirty="0" smtClean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微软雅黑" panose="020B0503020204020204" pitchFamily="34" charset="-122"/>
                </a:rPr>
                <a:t>原因</a:t>
              </a:r>
              <a:r>
                <a:rPr lang="zh-CN" altLang="en-US" sz="14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微软雅黑" panose="020B0503020204020204" pitchFamily="34" charset="-122"/>
                </a:rPr>
                <a:t>分析</a:t>
              </a:r>
              <a:endParaRPr lang="zh-CN" altLang="en-US" sz="1400" b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5" name="矩形 4"/>
            <p:cNvSpPr/>
            <p:nvPr/>
          </p:nvSpPr>
          <p:spPr>
            <a:xfrm>
              <a:off x="736" y="1313"/>
              <a:ext cx="227" cy="229"/>
            </a:xfrm>
            <a:prstGeom prst="rect">
              <a:avLst/>
            </a:prstGeom>
            <a:solidFill>
              <a:srgbClr val="E62135"/>
            </a:solidFill>
            <a:ln w="9525"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p>
              <a:pPr algn="ctr" fontAlgn="auto">
                <a:defRPr/>
              </a:pPr>
              <a:endParaRPr lang="zh-CN" altLang="en-US" sz="1600" noProof="1">
                <a:solidFill>
                  <a:srgbClr val="EBEBEB">
                    <a:lumMod val="10000"/>
                  </a:srgbClr>
                </a:solidFill>
              </a:endParaRPr>
            </a:p>
          </p:txBody>
        </p:sp>
      </p:grpSp>
      <p:sp>
        <p:nvSpPr>
          <p:cNvPr id="7" name="文本框 6"/>
          <p:cNvSpPr txBox="1"/>
          <p:nvPr/>
        </p:nvSpPr>
        <p:spPr>
          <a:xfrm>
            <a:off x="611505" y="1059815"/>
            <a:ext cx="3048000" cy="24511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0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5WHY</a:t>
            </a:r>
            <a:r>
              <a:rPr lang="zh-CN" altLang="en-US" sz="10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发生原因分析：</a:t>
            </a:r>
            <a:endParaRPr lang="zh-CN" altLang="en-US" sz="100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</p:spTree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表格 8"/>
          <p:cNvGraphicFramePr/>
          <p:nvPr>
            <p:custDataLst>
              <p:tags r:id="rId1"/>
            </p:custDataLst>
          </p:nvPr>
        </p:nvGraphicFramePr>
        <p:xfrm>
          <a:off x="683260" y="1385570"/>
          <a:ext cx="7987665" cy="337947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33095"/>
                <a:gridCol w="3912870"/>
                <a:gridCol w="3441700"/>
              </a:tblGrid>
              <a:tr h="3960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1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层次</a:t>
                      </a:r>
                      <a:endParaRPr lang="zh-CN" altLang="en-US" sz="1100" b="1" dirty="0"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 anchorCtr="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1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问题</a:t>
                      </a:r>
                      <a:endParaRPr lang="zh-CN" altLang="en-US" sz="1100" b="1" dirty="0"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 anchorCtr="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1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原因</a:t>
                      </a:r>
                      <a:endParaRPr lang="zh-CN" altLang="en-US" sz="1100" b="1" dirty="0"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 anchorCtr="0">
                    <a:solidFill>
                      <a:schemeClr val="bg1">
                        <a:lumMod val="85000"/>
                      </a:schemeClr>
                    </a:solidFill>
                  </a:tcPr>
                </a:tc>
              </a:tr>
              <a:tr h="3960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00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Why1</a:t>
                      </a:r>
                      <a:endParaRPr lang="en-US" altLang="zh-CN" sz="100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100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100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 anchorCtr="0"/>
                </a:tc>
              </a:tr>
              <a:tr h="3960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000"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Why2</a:t>
                      </a:r>
                      <a:endParaRPr lang="zh-CN" altLang="en-US" sz="100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100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100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 anchorCtr="0"/>
                </a:tc>
              </a:tr>
              <a:tr h="3960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000"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Why3</a:t>
                      </a:r>
                      <a:endParaRPr lang="zh-CN" altLang="en-US" sz="100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100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100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 anchorCtr="0"/>
                </a:tc>
              </a:tr>
            </a:tbl>
          </a:graphicData>
        </a:graphic>
      </p:graphicFrame>
      <p:sp>
        <p:nvSpPr>
          <p:cNvPr id="18433" name="灯片编号占位符 1"/>
          <p:cNvSpPr>
            <a:spLocks noGrp="1"/>
          </p:cNvSpPr>
          <p:nvPr>
            <p:ph type="sldNum" sz="quarter" idx="10"/>
          </p:nvPr>
        </p:nvSpPr>
        <p:spPr>
          <a:xfrm>
            <a:off x="8388350" y="4691063"/>
            <a:ext cx="360363" cy="112712"/>
          </a:xfrm>
          <a:noFill/>
          <a:ln>
            <a:noFill/>
          </a:ln>
        </p:spPr>
        <p:txBody>
          <a:bodyPr wrap="none" lIns="0" tIns="0" rIns="0" bIns="0" anchor="t"/>
          <a:lstStyle>
            <a:lvl1pPr marL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457200" lvl="1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2pPr>
            <a:lvl3pPr marL="914400" lvl="2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3pPr>
            <a:lvl4pPr marL="1371600" lvl="3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4pPr>
            <a:lvl5pPr marL="1828800" lvl="4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5pPr>
          </a:lstStyle>
          <a:p>
            <a:pPr lvl="0" algn="r"/>
            <a:fld id="{9A0DB2DC-4C9A-4742-B13C-FB6460FD3503}" type="slidenum">
              <a:rPr lang="en-US" altLang="zh-CN" sz="1000" b="1">
                <a:solidFill>
                  <a:schemeClr val="bg1"/>
                </a:solidFill>
                <a:latin typeface="Arial" panose="020B0604020202020204" pitchFamily="34" charset="0"/>
              </a:rPr>
            </a:fld>
            <a:endParaRPr lang="en-US" altLang="zh-CN" sz="1000" b="1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grpSp>
        <p:nvGrpSpPr>
          <p:cNvPr id="3" name="组合 2"/>
          <p:cNvGrpSpPr/>
          <p:nvPr/>
        </p:nvGrpSpPr>
        <p:grpSpPr>
          <a:xfrm>
            <a:off x="467360" y="808990"/>
            <a:ext cx="2835910" cy="245110"/>
            <a:chOff x="736" y="1274"/>
            <a:chExt cx="4466" cy="386"/>
          </a:xfrm>
        </p:grpSpPr>
        <p:sp>
          <p:nvSpPr>
            <p:cNvPr id="4" name="TextBox 2"/>
            <p:cNvSpPr/>
            <p:nvPr/>
          </p:nvSpPr>
          <p:spPr>
            <a:xfrm>
              <a:off x="963" y="1274"/>
              <a:ext cx="4239" cy="386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square" anchor="t">
              <a:spAutoFit/>
            </a:bodyPr>
            <a:p>
              <a:pPr>
                <a:lnSpc>
                  <a:spcPts val="1200"/>
                </a:lnSpc>
                <a:spcBef>
                  <a:spcPts val="600"/>
                </a:spcBef>
              </a:pPr>
              <a:r>
                <a:rPr lang="en-US" altLang="zh-CN" sz="1400" b="1" dirty="0" smtClean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微软雅黑" panose="020B0503020204020204" pitchFamily="34" charset="-122"/>
                </a:rPr>
                <a:t>D4  </a:t>
              </a:r>
              <a:r>
                <a:rPr lang="zh-CN" altLang="en-US" sz="1400" b="1" dirty="0" smtClean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微软雅黑" panose="020B0503020204020204" pitchFamily="34" charset="-122"/>
                </a:rPr>
                <a:t>原因</a:t>
              </a:r>
              <a:r>
                <a:rPr lang="zh-CN" altLang="en-US" sz="14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微软雅黑" panose="020B0503020204020204" pitchFamily="34" charset="-122"/>
                </a:rPr>
                <a:t>分析</a:t>
              </a:r>
              <a:endParaRPr lang="zh-CN" altLang="en-US" sz="1400" b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5" name="矩形 4"/>
            <p:cNvSpPr/>
            <p:nvPr/>
          </p:nvSpPr>
          <p:spPr>
            <a:xfrm>
              <a:off x="736" y="1313"/>
              <a:ext cx="227" cy="229"/>
            </a:xfrm>
            <a:prstGeom prst="rect">
              <a:avLst/>
            </a:prstGeom>
            <a:solidFill>
              <a:srgbClr val="E62135"/>
            </a:solidFill>
            <a:ln w="9525"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p>
              <a:pPr algn="ctr" fontAlgn="auto">
                <a:defRPr/>
              </a:pPr>
              <a:endParaRPr lang="zh-CN" altLang="en-US" sz="1600" noProof="1">
                <a:solidFill>
                  <a:srgbClr val="EBEBEB">
                    <a:lumMod val="10000"/>
                  </a:srgbClr>
                </a:solidFill>
              </a:endParaRPr>
            </a:p>
          </p:txBody>
        </p:sp>
      </p:grpSp>
      <p:sp>
        <p:nvSpPr>
          <p:cNvPr id="7" name="文本框 6"/>
          <p:cNvSpPr txBox="1"/>
          <p:nvPr/>
        </p:nvSpPr>
        <p:spPr>
          <a:xfrm>
            <a:off x="611505" y="1059815"/>
            <a:ext cx="3048000" cy="24511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0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5WHY</a:t>
            </a:r>
            <a:r>
              <a:rPr lang="zh-CN" altLang="en-US" sz="10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流出</a:t>
            </a:r>
            <a:r>
              <a:rPr lang="zh-CN" altLang="en-US" sz="10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原因分析：</a:t>
            </a:r>
            <a:endParaRPr lang="zh-CN" altLang="en-US" sz="100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</p:spTree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7" name="灯片编号占位符 1"/>
          <p:cNvSpPr>
            <a:spLocks noGrp="1"/>
          </p:cNvSpPr>
          <p:nvPr>
            <p:ph type="sldNum" sz="quarter" idx="10"/>
          </p:nvPr>
        </p:nvSpPr>
        <p:spPr>
          <a:xfrm>
            <a:off x="8388350" y="4691063"/>
            <a:ext cx="360363" cy="112712"/>
          </a:xfrm>
          <a:noFill/>
          <a:ln>
            <a:noFill/>
          </a:ln>
        </p:spPr>
        <p:txBody>
          <a:bodyPr wrap="none" lIns="0" tIns="0" rIns="0" bIns="0" anchor="t"/>
          <a:lstStyle>
            <a:lvl1pPr marL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457200" lvl="1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2pPr>
            <a:lvl3pPr marL="914400" lvl="2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3pPr>
            <a:lvl4pPr marL="1371600" lvl="3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4pPr>
            <a:lvl5pPr marL="1828800" lvl="4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5pPr>
          </a:lstStyle>
          <a:p>
            <a:pPr lvl="0" algn="r"/>
            <a:fld id="{9A0DB2DC-4C9A-4742-B13C-FB6460FD3503}" type="slidenum">
              <a:rPr lang="en-US" altLang="zh-CN" sz="1000" b="1">
                <a:solidFill>
                  <a:schemeClr val="bg1"/>
                </a:solidFill>
                <a:latin typeface="Arial" panose="020B0604020202020204" pitchFamily="34" charset="0"/>
              </a:rPr>
            </a:fld>
            <a:endParaRPr lang="en-US" altLang="zh-CN" sz="1000" b="1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graphicFrame>
        <p:nvGraphicFramePr>
          <p:cNvPr id="2" name="表格 1"/>
          <p:cNvGraphicFramePr>
            <a:graphicFrameLocks noGrp="1"/>
          </p:cNvGraphicFramePr>
          <p:nvPr/>
        </p:nvGraphicFramePr>
        <p:xfrm>
          <a:off x="506413" y="1175192"/>
          <a:ext cx="8098035" cy="618182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744855"/>
                <a:gridCol w="3883660"/>
                <a:gridCol w="1376680"/>
                <a:gridCol w="1423035"/>
                <a:gridCol w="669805"/>
              </a:tblGrid>
              <a:tr h="258142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 dirty="0" smtClean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编号</a:t>
                      </a:r>
                      <a:endParaRPr lang="zh-CN" altLang="en-US" sz="1200" b="1" dirty="0" smtClean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91433" marR="91433" marT="45716" marB="45716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200"/>
                        </a:lnSpc>
                        <a:spcBef>
                          <a:spcPts val="600"/>
                        </a:spcBef>
                      </a:pPr>
                      <a:r>
                        <a:rPr lang="zh-CN" altLang="en-US" sz="1200" b="1" dirty="0" smtClean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微软雅黑" panose="020B0503020204020204" pitchFamily="34" charset="-122"/>
                        </a:rPr>
                        <a:t>长期对策</a:t>
                      </a:r>
                      <a:endParaRPr lang="zh-CN" altLang="en-US" sz="110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sym typeface="微软雅黑" panose="020B0503020204020204" pitchFamily="34" charset="-122"/>
                      </a:endParaRPr>
                    </a:p>
                  </a:txBody>
                  <a:tcPr marL="91433" marR="91433" marT="45716" marB="45716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 dirty="0" smtClean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部门</a:t>
                      </a:r>
                      <a:r>
                        <a:rPr lang="en-US" altLang="zh-CN" sz="1200" b="1" dirty="0" smtClean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/ </a:t>
                      </a:r>
                      <a:r>
                        <a:rPr lang="zh-CN" altLang="en-US" sz="1200" b="1" dirty="0" smtClean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负责人</a:t>
                      </a:r>
                      <a:r>
                        <a:rPr lang="en-US" altLang="zh-CN" sz="1200" b="1" dirty="0" smtClean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 </a:t>
                      </a:r>
                      <a:endParaRPr lang="en-US" altLang="zh-CN" sz="1200" b="1" dirty="0" smtClean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L="91433" marR="91433" marT="45716" marB="45716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 dirty="0" smtClean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日期</a:t>
                      </a:r>
                      <a:endParaRPr lang="zh-CN" altLang="en-US" sz="1200" b="1" dirty="0" smtClean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91433" marR="91433" marT="45716" marB="45716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 dirty="0" smtClean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状态</a:t>
                      </a:r>
                      <a:endParaRPr lang="zh-CN" altLang="en-US" sz="1200" b="1" dirty="0" smtClean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91433" marR="91433" marT="45716" marB="45716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</a:tr>
              <a:tr h="343870">
                <a:tc>
                  <a:txBody>
                    <a:bodyPr/>
                    <a:lstStyle/>
                    <a:p>
                      <a:pPr algn="ctr"/>
                      <a:endParaRPr lang="en-US" altLang="zh-CN" sz="1200" b="0" dirty="0" smtClean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91433" marR="91433" marT="45716" marB="45716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en-US" sz="1200" b="0" i="0" u="none" strike="noStrike" kern="1200" cap="none" spc="0" baseline="0" dirty="0" smtClean="0">
                        <a:solidFill>
                          <a:srgbClr val="FF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12700" marR="12700" marT="127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2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  <a:sym typeface="微软雅黑" panose="020B0503020204020204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en-US" sz="1200" b="0" i="0" u="none" strike="noStrike" kern="1200" cap="none" spc="0" baseline="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12700" marR="12700" marT="127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en-US" sz="1200" b="0" i="0" u="none" strike="noStrike" kern="1200" cap="none" spc="0" baseline="0" dirty="0" smtClean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12700" marR="12700" marT="127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grpSp>
        <p:nvGrpSpPr>
          <p:cNvPr id="4" name="组合 3"/>
          <p:cNvGrpSpPr/>
          <p:nvPr/>
        </p:nvGrpSpPr>
        <p:grpSpPr>
          <a:xfrm>
            <a:off x="467360" y="808990"/>
            <a:ext cx="2835910" cy="245110"/>
            <a:chOff x="736" y="1274"/>
            <a:chExt cx="4466" cy="386"/>
          </a:xfrm>
        </p:grpSpPr>
        <p:sp>
          <p:nvSpPr>
            <p:cNvPr id="5" name="TextBox 2"/>
            <p:cNvSpPr/>
            <p:nvPr/>
          </p:nvSpPr>
          <p:spPr>
            <a:xfrm>
              <a:off x="963" y="1274"/>
              <a:ext cx="4239" cy="386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square" anchor="t">
              <a:spAutoFit/>
            </a:bodyPr>
            <a:p>
              <a:pPr>
                <a:lnSpc>
                  <a:spcPts val="1200"/>
                </a:lnSpc>
                <a:spcBef>
                  <a:spcPts val="600"/>
                </a:spcBef>
              </a:pPr>
              <a:r>
                <a:rPr lang="en-US" altLang="zh-CN" sz="14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微软雅黑" panose="020B0503020204020204" pitchFamily="34" charset="-122"/>
                </a:rPr>
                <a:t>D5  </a:t>
              </a:r>
              <a:r>
                <a:rPr lang="zh-CN" altLang="en-US" sz="1400" b="1" dirty="0" smtClean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微软雅黑" panose="020B0503020204020204" pitchFamily="34" charset="-122"/>
                </a:rPr>
                <a:t>长期对策</a:t>
              </a:r>
              <a:endParaRPr lang="zh-CN" altLang="en-US" sz="1400" b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7" name="矩形 6"/>
            <p:cNvSpPr/>
            <p:nvPr/>
          </p:nvSpPr>
          <p:spPr>
            <a:xfrm>
              <a:off x="736" y="1313"/>
              <a:ext cx="227" cy="229"/>
            </a:xfrm>
            <a:prstGeom prst="rect">
              <a:avLst/>
            </a:prstGeom>
            <a:solidFill>
              <a:srgbClr val="E62135"/>
            </a:solidFill>
            <a:ln w="9525"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p>
              <a:pPr algn="ctr" fontAlgn="auto">
                <a:defRPr/>
              </a:pPr>
              <a:endParaRPr lang="zh-CN" altLang="en-US" sz="1600" noProof="1">
                <a:solidFill>
                  <a:srgbClr val="EBEBEB">
                    <a:lumMod val="10000"/>
                  </a:srgbClr>
                </a:solidFill>
              </a:endParaRPr>
            </a:p>
          </p:txBody>
        </p:sp>
      </p:grpSp>
      <p:pic>
        <p:nvPicPr>
          <p:cNvPr id="6" name="图片 5"/>
          <p:cNvPicPr/>
          <p:nvPr/>
        </p:nvPicPr>
        <p:blipFill>
          <a:blip r:embed="rId1"/>
          <a:stretch>
            <a:fillRect/>
          </a:stretch>
        </p:blipFill>
        <p:spPr>
          <a:xfrm>
            <a:off x="971550" y="2284095"/>
            <a:ext cx="2692400" cy="1887220"/>
          </a:xfrm>
          <a:prstGeom prst="rect">
            <a:avLst/>
          </a:prstGeom>
        </p:spPr>
      </p:pic>
      <p:pic>
        <p:nvPicPr>
          <p:cNvPr id="8" name="图片 7"/>
          <p:cNvPicPr/>
          <p:nvPr/>
        </p:nvPicPr>
        <p:blipFill>
          <a:blip r:embed="rId1"/>
          <a:stretch>
            <a:fillRect/>
          </a:stretch>
        </p:blipFill>
        <p:spPr>
          <a:xfrm>
            <a:off x="4716145" y="2284095"/>
            <a:ext cx="2692400" cy="1887220"/>
          </a:xfrm>
          <a:prstGeom prst="rect">
            <a:avLst/>
          </a:prstGeom>
        </p:spPr>
      </p:pic>
    </p:spTree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3" name="灯片编号占位符 1"/>
          <p:cNvSpPr>
            <a:spLocks noGrp="1"/>
          </p:cNvSpPr>
          <p:nvPr>
            <p:ph type="sldNum" sz="quarter" idx="10"/>
          </p:nvPr>
        </p:nvSpPr>
        <p:spPr>
          <a:xfrm>
            <a:off x="8388350" y="4691063"/>
            <a:ext cx="360363" cy="112712"/>
          </a:xfrm>
          <a:noFill/>
          <a:ln>
            <a:noFill/>
          </a:ln>
        </p:spPr>
        <p:txBody>
          <a:bodyPr wrap="none" lIns="0" tIns="0" rIns="0" bIns="0" anchor="t"/>
          <a:lstStyle>
            <a:lvl1pPr marL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457200" lvl="1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2pPr>
            <a:lvl3pPr marL="914400" lvl="2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3pPr>
            <a:lvl4pPr marL="1371600" lvl="3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4pPr>
            <a:lvl5pPr marL="1828800" lvl="4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5pPr>
          </a:lstStyle>
          <a:p>
            <a:pPr lvl="0" algn="r"/>
            <a:fld id="{9A0DB2DC-4C9A-4742-B13C-FB6460FD3503}" type="slidenum">
              <a:rPr lang="en-US" altLang="zh-CN" sz="1000" b="1">
                <a:solidFill>
                  <a:schemeClr val="bg1"/>
                </a:solidFill>
                <a:latin typeface="Arial" panose="020B0604020202020204" pitchFamily="34" charset="0"/>
              </a:rPr>
            </a:fld>
            <a:endParaRPr lang="en-US" altLang="zh-CN" sz="1000" b="1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graphicFrame>
        <p:nvGraphicFramePr>
          <p:cNvPr id="8" name="表格 7"/>
          <p:cNvGraphicFramePr>
            <a:graphicFrameLocks noGrp="1"/>
          </p:cNvGraphicFramePr>
          <p:nvPr/>
        </p:nvGraphicFramePr>
        <p:xfrm>
          <a:off x="467544" y="1232493"/>
          <a:ext cx="8281169" cy="1051225"/>
        </p:xfrm>
        <a:graphic>
          <a:graphicData uri="http://schemas.openxmlformats.org/drawingml/2006/table">
            <a:tbl>
              <a:tblPr/>
              <a:tblGrid>
                <a:gridCol w="732611"/>
                <a:gridCol w="2891259"/>
                <a:gridCol w="2497392"/>
                <a:gridCol w="1116026"/>
                <a:gridCol w="1043881"/>
              </a:tblGrid>
              <a:tr h="388409">
                <a:tc>
                  <a:txBody>
                    <a:bodyPr/>
                    <a:lstStyle/>
                    <a:p>
                      <a:pPr algn="ctr" rtl="0" fontAlgn="ctr"/>
                      <a:r>
                        <a:rPr lang="zh-CN" alt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编号</a:t>
                      </a:r>
                      <a:endParaRPr lang="zh-CN" alt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72000" marR="72000" marT="635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zh-CN" alt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验证方式</a:t>
                      </a:r>
                      <a:endParaRPr lang="zh-CN" alt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72000" marR="72000" marT="635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zh-CN" altLang="en-US" sz="1200" b="1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结果</a:t>
                      </a:r>
                      <a:endParaRPr lang="zh-CN" altLang="en-US" sz="1200" b="1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72000" marR="72000" marT="635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zh-CN" altLang="en-US" sz="1200" b="1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部门</a:t>
                      </a:r>
                      <a:r>
                        <a:rPr lang="en-US" altLang="zh-CN" sz="1200" b="1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/ </a:t>
                      </a:r>
                      <a:r>
                        <a:rPr lang="zh-CN" altLang="en-US" sz="1200" b="1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负责人 </a:t>
                      </a:r>
                      <a:endParaRPr lang="zh-CN" altLang="en-US" sz="1200" b="1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72000" marR="72000" marT="635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zh-CN" alt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日期</a:t>
                      </a:r>
                      <a:endParaRPr lang="zh-CN" alt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72000" marR="72000" marT="635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</a:tr>
              <a:tr h="662816">
                <a:tc>
                  <a:txBody>
                    <a:bodyPr/>
                    <a:lstStyle/>
                    <a:p>
                      <a:pPr algn="ctr" rtl="0" fontAlgn="ctr"/>
                      <a:endParaRPr lang="en-US" altLang="zh-CN" sz="1200" b="0" i="0" u="none" strike="noStrike"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72000" marR="72000" marT="635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zh-CN" altLang="en-US" sz="120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72000" marR="72000" marT="635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72000" marR="72000" marT="635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kumimoji="0" lang="zh-CN" altLang="en-US" sz="1200" b="0" i="0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  <a:sym typeface="+mn-ea"/>
                      </a:endParaRPr>
                    </a:p>
                  </a:txBody>
                  <a:tcPr marL="12700" marR="12700" marT="127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en-US" sz="1200" b="0" i="0" u="none" strike="noStrike" kern="1200" cap="none" spc="0" baseline="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12700" marR="12700" marT="127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pSp>
        <p:nvGrpSpPr>
          <p:cNvPr id="4" name="组合 3"/>
          <p:cNvGrpSpPr/>
          <p:nvPr/>
        </p:nvGrpSpPr>
        <p:grpSpPr>
          <a:xfrm>
            <a:off x="467360" y="808990"/>
            <a:ext cx="2835910" cy="245110"/>
            <a:chOff x="736" y="1274"/>
            <a:chExt cx="4466" cy="386"/>
          </a:xfrm>
        </p:grpSpPr>
        <p:sp>
          <p:nvSpPr>
            <p:cNvPr id="5" name="TextBox 2"/>
            <p:cNvSpPr/>
            <p:nvPr/>
          </p:nvSpPr>
          <p:spPr>
            <a:xfrm>
              <a:off x="963" y="1274"/>
              <a:ext cx="4239" cy="386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square" anchor="t">
              <a:spAutoFit/>
            </a:bodyPr>
            <a:p>
              <a:pPr>
                <a:lnSpc>
                  <a:spcPts val="1200"/>
                </a:lnSpc>
                <a:spcBef>
                  <a:spcPts val="600"/>
                </a:spcBef>
              </a:pPr>
              <a:r>
                <a:rPr lang="en-US" altLang="zh-CN" sz="1400" b="1" dirty="0" smtClean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微软雅黑" panose="020B0503020204020204" pitchFamily="34" charset="-122"/>
                </a:rPr>
                <a:t>D6  </a:t>
              </a:r>
              <a:r>
                <a:rPr lang="zh-CN" altLang="en-US" sz="1400" b="1" dirty="0" smtClean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微软雅黑" panose="020B0503020204020204" pitchFamily="34" charset="-122"/>
                </a:rPr>
                <a:t>效果验证</a:t>
              </a:r>
              <a:endParaRPr lang="zh-CN" altLang="en-US" sz="1400" b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7" name="矩形 6"/>
            <p:cNvSpPr/>
            <p:nvPr/>
          </p:nvSpPr>
          <p:spPr>
            <a:xfrm>
              <a:off x="736" y="1313"/>
              <a:ext cx="227" cy="229"/>
            </a:xfrm>
            <a:prstGeom prst="rect">
              <a:avLst/>
            </a:prstGeom>
            <a:solidFill>
              <a:srgbClr val="E62135"/>
            </a:solidFill>
            <a:ln w="9525"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p>
              <a:pPr algn="ctr" fontAlgn="auto">
                <a:defRPr/>
              </a:pPr>
              <a:endParaRPr lang="zh-CN" altLang="en-US" sz="1600" noProof="1">
                <a:solidFill>
                  <a:srgbClr val="EBEBEB">
                    <a:lumMod val="10000"/>
                  </a:srgbClr>
                </a:solidFill>
              </a:endParaRPr>
            </a:p>
          </p:txBody>
        </p:sp>
      </p:grpSp>
    </p:spTree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3" name="灯片编号占位符 1"/>
          <p:cNvSpPr>
            <a:spLocks noGrp="1"/>
          </p:cNvSpPr>
          <p:nvPr>
            <p:ph type="sldNum" sz="quarter" idx="10"/>
          </p:nvPr>
        </p:nvSpPr>
        <p:spPr>
          <a:xfrm>
            <a:off x="8388350" y="4691063"/>
            <a:ext cx="360363" cy="112712"/>
          </a:xfrm>
          <a:noFill/>
          <a:ln>
            <a:noFill/>
          </a:ln>
        </p:spPr>
        <p:txBody>
          <a:bodyPr wrap="none" lIns="0" tIns="0" rIns="0" bIns="0" anchor="t"/>
          <a:lstStyle>
            <a:lvl1pPr marL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457200" lvl="1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2pPr>
            <a:lvl3pPr marL="914400" lvl="2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3pPr>
            <a:lvl4pPr marL="1371600" lvl="3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4pPr>
            <a:lvl5pPr marL="1828800" lvl="4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5pPr>
          </a:lstStyle>
          <a:p>
            <a:pPr lvl="0" algn="r"/>
            <a:fld id="{9A0DB2DC-4C9A-4742-B13C-FB6460FD3503}" type="slidenum">
              <a:rPr lang="en-US" altLang="zh-CN" sz="1000" b="1">
                <a:solidFill>
                  <a:schemeClr val="bg1"/>
                </a:solidFill>
                <a:latin typeface="Arial" panose="020B0604020202020204" pitchFamily="34" charset="0"/>
              </a:rPr>
            </a:fld>
            <a:endParaRPr lang="en-US" altLang="zh-CN" sz="1000" b="1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graphicFrame>
        <p:nvGraphicFramePr>
          <p:cNvPr id="6" name="表格"/>
          <p:cNvGraphicFramePr>
            <a:graphicFrameLocks noGrp="1"/>
          </p:cNvGraphicFramePr>
          <p:nvPr/>
        </p:nvGraphicFramePr>
        <p:xfrm>
          <a:off x="439738" y="1275606"/>
          <a:ext cx="8023819" cy="3617211"/>
        </p:xfrm>
        <a:graphic>
          <a:graphicData uri="http://schemas.openxmlformats.org/drawingml/2006/table">
            <a:tbl>
              <a:tblPr bandRow="1">
                <a:noFill/>
              </a:tblPr>
              <a:tblGrid>
                <a:gridCol w="1655521"/>
                <a:gridCol w="695960"/>
                <a:gridCol w="2899549"/>
                <a:gridCol w="983157"/>
                <a:gridCol w="957732"/>
                <a:gridCol w="831900"/>
              </a:tblGrid>
              <a:tr h="339589">
                <a:tc>
                  <a:txBody>
                    <a:bodyPr/>
                    <a:lstStyle/>
                    <a:p>
                      <a:pPr marL="0" indent="0" algn="ctr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000" b="1" i="0" u="none" strike="noStrike" kern="1200" cap="none" spc="0" baseline="0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Droid Sans" charset="0"/>
                        </a:rPr>
                        <a:t>行动</a:t>
                      </a:r>
                      <a:endParaRPr lang="zh-CN" altLang="en-US" sz="1000" b="1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000" b="1" i="0" u="none" strike="noStrike" kern="1200" cap="none" spc="0" baseline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Droid Sans" charset="0"/>
                        </a:rPr>
                        <a:t>是</a:t>
                      </a:r>
                      <a:r>
                        <a:rPr lang="en-US" altLang="zh-CN" sz="1000" b="1" i="0" u="none" strike="noStrike" kern="1200" cap="none" spc="0" baseline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Droid Sans" charset="0"/>
                        </a:rPr>
                        <a:t>/</a:t>
                      </a:r>
                      <a:r>
                        <a:rPr lang="zh-CN" altLang="en-US" sz="1000" b="1" i="0" u="none" strike="noStrike" kern="1200" cap="none" spc="0" baseline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Droid Sans" charset="0"/>
                        </a:rPr>
                        <a:t>否</a:t>
                      </a:r>
                      <a:endParaRPr lang="zh-CN" altLang="en-US" sz="1000" b="1" i="0" u="none" strike="noStrike" kern="1200" cap="none" spc="0" baseline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000" b="1" i="0" u="none" strike="noStrike" kern="1200" cap="none" spc="0" baseline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Droid Sans" charset="0"/>
                        </a:rPr>
                        <a:t>评论</a:t>
                      </a:r>
                      <a:r>
                        <a:rPr lang="en-US" altLang="zh-CN" sz="1000" b="1" i="0" u="none" strike="noStrike" kern="1200" cap="none" spc="0" baseline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Droid Sans" charset="0"/>
                        </a:rPr>
                        <a:t>/</a:t>
                      </a:r>
                      <a:r>
                        <a:rPr lang="zh-CN" altLang="en-US" sz="1000" b="1" i="0" u="none" strike="noStrike" kern="1200" cap="none" spc="0" baseline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Droid Sans" charset="0"/>
                        </a:rPr>
                        <a:t>意见</a:t>
                      </a:r>
                      <a:endParaRPr lang="zh-CN" altLang="en-US" sz="1000" b="1" i="0" u="none" strike="noStrike" kern="1200" cap="none" spc="0" baseline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000" b="1" i="0" u="none" strike="noStrike" kern="1200" cap="none" spc="0" baseline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Droid Sans" charset="0"/>
                        </a:rPr>
                        <a:t>部门</a:t>
                      </a:r>
                      <a:r>
                        <a:rPr lang="en-US" altLang="zh-CN" sz="1000" b="1" i="0" u="none" strike="noStrike" kern="1200" cap="none" spc="0" baseline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Droid Sans" charset="0"/>
                        </a:rPr>
                        <a:t>/</a:t>
                      </a:r>
                      <a:r>
                        <a:rPr lang="zh-CN" altLang="en-US" sz="1000" b="1" i="0" u="none" strike="noStrike" kern="1200" cap="none" spc="0" baseline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Droid Sans" charset="0"/>
                        </a:rPr>
                        <a:t>负责人</a:t>
                      </a:r>
                      <a:endParaRPr lang="zh-CN" altLang="en-US" sz="1000" b="1" i="0" u="none" strike="noStrike" kern="1200" cap="none" spc="0" baseline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000" b="1" i="0" u="none" strike="noStrike" kern="1200" cap="none" spc="0" baseline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Droid Sans" charset="0"/>
                        </a:rPr>
                        <a:t>日期</a:t>
                      </a:r>
                      <a:endParaRPr lang="zh-CN" altLang="en-US" sz="1000" b="1" i="0" u="none" strike="noStrike" kern="1200" cap="none" spc="0" baseline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000" b="1" i="0" u="none" strike="noStrike" kern="1200" cap="none" spc="0" baseline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Droid Sans" charset="0"/>
                        </a:rPr>
                        <a:t>状态</a:t>
                      </a:r>
                      <a:endParaRPr lang="zh-CN" altLang="en-US" sz="1000" b="1" i="0" u="none" strike="noStrike" kern="1200" cap="none" spc="0" baseline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</a:tr>
              <a:tr h="216719">
                <a:tc>
                  <a:txBody>
                    <a:bodyPr/>
                    <a:lstStyle/>
                    <a:p>
                      <a:pPr marL="0" indent="0" algn="l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000" b="1" i="0" u="none" strike="noStrike" kern="1200" cap="none" spc="0" baseline="0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Droid Sans" charset="0"/>
                        </a:rPr>
                        <a:t>程序</a:t>
                      </a:r>
                      <a:r>
                        <a:rPr lang="en-US" altLang="zh-CN" sz="1000" b="0" i="0" u="none" strike="noStrike" kern="1200" cap="none" spc="0" baseline="0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Droid Sans" charset="0"/>
                          <a:sym typeface="微软雅黑" panose="020B0503020204020204" pitchFamily="34" charset="-122"/>
                        </a:rPr>
                        <a:t>Procedure</a:t>
                      </a:r>
                      <a:endParaRPr lang="zh-CN" altLang="en-US" sz="1000" b="1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Arial" panose="020B0604020202020204" pitchFamily="34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Arial" panose="020B0604020202020204" pitchFamily="34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Arial" panose="020B0604020202020204" pitchFamily="34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marL="0" indent="0" algn="l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000" b="1" i="0" u="none" strike="noStrike" kern="1200" cap="none" spc="0" baseline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Droid Sans" charset="0"/>
                        </a:rPr>
                        <a:t>工作指示</a:t>
                      </a:r>
                      <a:r>
                        <a:rPr lang="en-US" altLang="zh-CN" sz="1000" b="0" i="0" u="none" strike="noStrike" kern="1200" cap="none" spc="0" baseline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Droid Sans" charset="0"/>
                          <a:sym typeface="微软雅黑" panose="020B0503020204020204" pitchFamily="34" charset="-122"/>
                        </a:rPr>
                        <a:t>Work instruction</a:t>
                      </a:r>
                      <a:endParaRPr lang="zh-CN" altLang="en-US" sz="1000" b="1" i="0" u="none" strike="noStrike" kern="1200" cap="none" spc="0" baseline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altLang="zh-CN" sz="1000" b="0" i="0" u="none" strike="noStrike" kern="1200" cap="none" spc="0" baseline="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Arial" panose="020B0604020202020204" pitchFamily="34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Arial" panose="020B0604020202020204" pitchFamily="34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en-US" sz="1000" b="0" i="0" u="none" strike="noStrike" kern="1200" cap="none" spc="0" baseline="0" dirty="0" smtClean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</a:tr>
              <a:tr h="487653">
                <a:tc>
                  <a:txBody>
                    <a:bodyPr/>
                    <a:lstStyle/>
                    <a:p>
                      <a:pPr marL="0" indent="0" algn="l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000" b="1" i="0" u="none" strike="noStrike" kern="1200" cap="none" spc="0" baseline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Droid Sans" charset="0"/>
                        </a:rPr>
                        <a:t>操作指示</a:t>
                      </a:r>
                      <a:r>
                        <a:rPr lang="en-US" altLang="zh-CN" sz="1000" b="0" i="0" u="none" strike="noStrike" kern="1200" cap="none" spc="0" baseline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Droid Sans" charset="0"/>
                          <a:sym typeface="微软雅黑" panose="020B0503020204020204" pitchFamily="34" charset="-122"/>
                        </a:rPr>
                        <a:t>SOP</a:t>
                      </a:r>
                      <a:endParaRPr lang="zh-CN" altLang="en-US" sz="1000" b="1" i="0" u="none" strike="noStrike" kern="1200" cap="none" spc="0" baseline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6719">
                <a:tc>
                  <a:txBody>
                    <a:bodyPr/>
                    <a:lstStyle/>
                    <a:p>
                      <a:pPr marL="0" indent="0" algn="l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000" b="1" i="0" u="none" strike="noStrike" kern="1200" cap="none" spc="0" baseline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Droid Sans" charset="0"/>
                        </a:rPr>
                        <a:t>流程图</a:t>
                      </a:r>
                      <a:r>
                        <a:rPr lang="en-US" altLang="zh-CN" sz="1000" b="0" i="0" u="none" strike="noStrike" kern="1200" cap="none" spc="0" baseline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Droid Sans" charset="0"/>
                          <a:sym typeface="微软雅黑" panose="020B0503020204020204" pitchFamily="34" charset="-122"/>
                        </a:rPr>
                        <a:t>Flow chart</a:t>
                      </a:r>
                      <a:endParaRPr lang="zh-CN" altLang="en-US" sz="1000" b="1" i="0" u="none" strike="noStrike" kern="1200" cap="none" spc="0" baseline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fontAlgn="auto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endParaRPr lang="en-US" altLang="zh-CN" sz="100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6719">
                <a:tc>
                  <a:txBody>
                    <a:bodyPr/>
                    <a:lstStyle/>
                    <a:p>
                      <a:pPr marL="0" indent="0" algn="l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000" b="1" i="0" u="none" strike="noStrike" kern="1200" cap="none" spc="0" baseline="0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Droid Sans" charset="0"/>
                        </a:rPr>
                        <a:t>失效模式分析</a:t>
                      </a:r>
                      <a:r>
                        <a:rPr lang="en-US" altLang="zh-CN" sz="1000" b="0" i="0" u="none" strike="noStrike" kern="1200" cap="none" spc="0" baseline="0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Droid Sans" charset="0"/>
                          <a:sym typeface="微软雅黑" panose="020B0503020204020204" pitchFamily="34" charset="-122"/>
                        </a:rPr>
                        <a:t>D/P-FMEA</a:t>
                      </a:r>
                      <a:r>
                        <a:rPr lang="en-US" altLang="zh-CN" sz="1000" b="1" i="0" u="none" strike="noStrike" kern="1200" cap="none" spc="0" baseline="0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Droid Sans" charset="0"/>
                        </a:rPr>
                        <a:t> </a:t>
                      </a:r>
                      <a:endParaRPr lang="zh-CN" altLang="en-US" sz="1000" b="1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en-US" altLang="zh-CN" sz="1000" b="0" kern="1200" dirty="0" smtClean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</a:tr>
              <a:tr h="623116">
                <a:tc>
                  <a:txBody>
                    <a:bodyPr/>
                    <a:lstStyle/>
                    <a:p>
                      <a:pPr marL="0" indent="0" algn="l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000" b="1" i="0" u="none" strike="noStrike" kern="1200" cap="none" spc="0" baseline="0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Droid Sans" charset="0"/>
                        </a:rPr>
                        <a:t>控制计划</a:t>
                      </a:r>
                      <a:r>
                        <a:rPr lang="en-US" altLang="zh-CN" sz="1000" b="0" i="0" u="none" strike="noStrike" kern="1200" cap="none" spc="0" baseline="0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Droid Sans" charset="0"/>
                          <a:sym typeface="微软雅黑" panose="020B0503020204020204" pitchFamily="34" charset="-122"/>
                        </a:rPr>
                        <a:t>Control Plan</a:t>
                      </a:r>
                      <a:endParaRPr lang="zh-CN" altLang="en-US" sz="1000" b="1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en-US" altLang="zh-CN" sz="1000" b="0" kern="1200" dirty="0" smtClean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</a:tr>
              <a:tr h="352191">
                <a:tc>
                  <a:txBody>
                    <a:bodyPr/>
                    <a:lstStyle/>
                    <a:p>
                      <a:pPr marL="0" indent="0" algn="l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000" b="1" i="0" u="none" strike="noStrike" kern="1200" cap="none" spc="0" baseline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Droid Sans" charset="0"/>
                          <a:sym typeface="微软雅黑" panose="020B0503020204020204" pitchFamily="34" charset="-122"/>
                        </a:rPr>
                        <a:t>设计规范</a:t>
                      </a:r>
                      <a:r>
                        <a:rPr lang="en-US" altLang="zh-CN" sz="1000" b="0" i="0" u="none" strike="noStrike" kern="1200" cap="none" spc="0" baseline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Droid Sans" charset="0"/>
                          <a:sym typeface="微软雅黑" panose="020B0503020204020204" pitchFamily="34" charset="-122"/>
                        </a:rPr>
                        <a:t>Design disciplines</a:t>
                      </a:r>
                      <a:endParaRPr lang="zh-CN" altLang="en-US" sz="1000" b="1" i="0" u="none" strike="noStrike" kern="1200" cap="none" spc="0" baseline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  <a:sym typeface="微软雅黑" panose="020B0503020204020204" pitchFamily="34" charset="-122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Arial" panose="020B0604020202020204" pitchFamily="34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Arial" panose="020B0604020202020204" pitchFamily="34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Arial" panose="020B0604020202020204" pitchFamily="34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Arial" panose="020B0604020202020204" pitchFamily="34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2191">
                <a:tc>
                  <a:txBody>
                    <a:bodyPr/>
                    <a:lstStyle/>
                    <a:p>
                      <a:pPr marL="0" indent="0" algn="l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000" b="1" i="0" u="none" strike="noStrike" kern="1200" cap="none" spc="0" baseline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Droid Sans" charset="0"/>
                          <a:sym typeface="微软雅黑" panose="020B0503020204020204" pitchFamily="34" charset="-122"/>
                        </a:rPr>
                        <a:t>经验教训</a:t>
                      </a:r>
                      <a:r>
                        <a:rPr lang="en-US" altLang="zh-CN" sz="1000" b="0" i="0" u="none" strike="noStrike" kern="1200" cap="none" spc="0" baseline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Droid Sans" charset="0"/>
                          <a:sym typeface="微软雅黑" panose="020B0503020204020204" pitchFamily="34" charset="-122"/>
                        </a:rPr>
                        <a:t>Lessons Learned</a:t>
                      </a:r>
                      <a:endParaRPr lang="zh-CN" altLang="en-US" sz="1000" b="1" i="0" u="none" strike="noStrike" kern="1200" cap="none" spc="0" baseline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  <a:sym typeface="微软雅黑" panose="020B0503020204020204" pitchFamily="34" charset="-122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en-US" sz="1000" b="0" i="0" u="none" strike="noStrike" kern="1200" cap="none" spc="0" baseline="0" dirty="0" smtClean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Arial" panose="020B0604020202020204" pitchFamily="34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Arial" panose="020B0604020202020204" pitchFamily="34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Arial" panose="020B0604020202020204" pitchFamily="34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Arial" panose="020B0604020202020204" pitchFamily="34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769">
                <a:tc>
                  <a:txBody>
                    <a:bodyPr/>
                    <a:lstStyle/>
                    <a:p>
                      <a:pPr marL="0" indent="0" algn="l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000" b="1" i="0" u="none" strike="noStrike" kern="1200" cap="none" spc="0" baseline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Droid Sans" charset="0"/>
                          <a:sym typeface="微软雅黑" panose="020B0503020204020204" pitchFamily="34" charset="-122"/>
                        </a:rPr>
                        <a:t>其它</a:t>
                      </a:r>
                      <a:r>
                        <a:rPr lang="en-US" altLang="zh-CN" sz="1000" b="0" i="0" u="none" strike="noStrike" kern="1200" cap="none" spc="0" baseline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Droid Sans" charset="0"/>
                          <a:sym typeface="微软雅黑" panose="020B0503020204020204" pitchFamily="34" charset="-122"/>
                        </a:rPr>
                        <a:t>Other</a:t>
                      </a:r>
                      <a:endParaRPr lang="zh-CN" altLang="en-US" sz="1000" b="1" i="0" u="none" strike="noStrike" kern="1200" cap="none" spc="0" baseline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  <a:sym typeface="微软雅黑" panose="020B0503020204020204" pitchFamily="34" charset="-122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Arial" panose="020B0604020202020204" pitchFamily="34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pSp>
        <p:nvGrpSpPr>
          <p:cNvPr id="4" name="组合 3"/>
          <p:cNvGrpSpPr/>
          <p:nvPr/>
        </p:nvGrpSpPr>
        <p:grpSpPr>
          <a:xfrm>
            <a:off x="467360" y="808990"/>
            <a:ext cx="2835910" cy="245110"/>
            <a:chOff x="736" y="1274"/>
            <a:chExt cx="4466" cy="386"/>
          </a:xfrm>
        </p:grpSpPr>
        <p:sp>
          <p:nvSpPr>
            <p:cNvPr id="5" name="TextBox 2"/>
            <p:cNvSpPr/>
            <p:nvPr/>
          </p:nvSpPr>
          <p:spPr>
            <a:xfrm>
              <a:off x="963" y="1274"/>
              <a:ext cx="4239" cy="386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square" anchor="t">
              <a:spAutoFit/>
            </a:bodyPr>
            <a:p>
              <a:pPr>
                <a:lnSpc>
                  <a:spcPts val="1200"/>
                </a:lnSpc>
                <a:spcBef>
                  <a:spcPts val="600"/>
                </a:spcBef>
              </a:pPr>
              <a:r>
                <a:rPr lang="en-US" altLang="zh-CN" sz="1400" b="1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微软雅黑" panose="020B0503020204020204" pitchFamily="34" charset="-122"/>
                </a:rPr>
                <a:t>D7  </a:t>
              </a:r>
              <a:r>
                <a:rPr lang="zh-CN" altLang="en-US" sz="1400" b="1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微软雅黑" panose="020B0503020204020204" pitchFamily="34" charset="-122"/>
                </a:rPr>
                <a:t>预防措施</a:t>
              </a:r>
              <a:endParaRPr lang="zh-CN" altLang="en-US" sz="1400" b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7" name="矩形 6"/>
            <p:cNvSpPr/>
            <p:nvPr/>
          </p:nvSpPr>
          <p:spPr>
            <a:xfrm>
              <a:off x="736" y="1313"/>
              <a:ext cx="227" cy="229"/>
            </a:xfrm>
            <a:prstGeom prst="rect">
              <a:avLst/>
            </a:prstGeom>
            <a:solidFill>
              <a:srgbClr val="E62135"/>
            </a:solidFill>
            <a:ln w="9525"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p>
              <a:pPr algn="ctr" fontAlgn="auto">
                <a:defRPr/>
              </a:pPr>
              <a:endParaRPr lang="zh-CN" altLang="en-US" sz="1600" noProof="1">
                <a:solidFill>
                  <a:srgbClr val="EBEBEB">
                    <a:lumMod val="10000"/>
                  </a:srgbClr>
                </a:solidFill>
              </a:endParaRPr>
            </a:p>
          </p:txBody>
        </p:sp>
      </p:grpSp>
    </p:spTree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灯片编号占位符 1"/>
          <p:cNvSpPr>
            <a:spLocks noGrp="1"/>
          </p:cNvSpPr>
          <p:nvPr>
            <p:ph type="sldNum" sz="quarter" idx="10"/>
          </p:nvPr>
        </p:nvSpPr>
        <p:spPr>
          <a:xfrm>
            <a:off x="8388350" y="4691063"/>
            <a:ext cx="360363" cy="112712"/>
          </a:xfrm>
          <a:noFill/>
          <a:ln>
            <a:noFill/>
          </a:ln>
        </p:spPr>
        <p:txBody>
          <a:bodyPr wrap="none" lIns="0" tIns="0" rIns="0" bIns="0" anchor="t"/>
          <a:lstStyle>
            <a:lvl1pPr marL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457200" lvl="1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2pPr>
            <a:lvl3pPr marL="914400" lvl="2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3pPr>
            <a:lvl4pPr marL="1371600" lvl="3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4pPr>
            <a:lvl5pPr marL="1828800" lvl="4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5pPr>
          </a:lstStyle>
          <a:p>
            <a:pPr lvl="0" algn="r"/>
            <a:fld id="{9A0DB2DC-4C9A-4742-B13C-FB6460FD3503}" type="slidenum">
              <a:rPr lang="en-US" altLang="zh-CN" sz="1000" b="1">
                <a:solidFill>
                  <a:schemeClr val="bg1"/>
                </a:solidFill>
                <a:latin typeface="Arial" panose="020B0604020202020204" pitchFamily="34" charset="0"/>
              </a:rPr>
            </a:fld>
            <a:endParaRPr lang="en-US" altLang="zh-CN" sz="1000" b="1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sp>
        <p:nvSpPr>
          <p:cNvPr id="7" name="文本框 1"/>
          <p:cNvSpPr txBox="1"/>
          <p:nvPr/>
        </p:nvSpPr>
        <p:spPr>
          <a:xfrm>
            <a:off x="334441" y="1275606"/>
            <a:ext cx="8247063" cy="1568450"/>
          </a:xfrm>
          <a:prstGeom prst="rect">
            <a:avLst/>
          </a:prstGeom>
          <a:noFill/>
          <a:ln w="9525">
            <a:noFill/>
          </a:ln>
        </p:spPr>
        <p:txBody>
          <a:bodyPr wrap="square" anchor="t">
            <a:spAutoFit/>
          </a:bodyPr>
          <a:lstStyle/>
          <a:p>
            <a:pPr indent="-171450" fontAlgn="auto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Ø"/>
              <a:defRPr/>
            </a:pPr>
            <a:r>
              <a:rPr 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背景</a:t>
            </a:r>
            <a:r>
              <a:rPr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：</a:t>
            </a:r>
            <a:r>
              <a:rPr 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  </a:t>
            </a:r>
            <a:endParaRPr sz="1200" dirty="0" smtClean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indent="-171450" fontAlgn="auto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Ø"/>
              <a:defRPr/>
            </a:pPr>
            <a:r>
              <a:rPr 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现状</a:t>
            </a:r>
            <a:r>
              <a:rPr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：</a:t>
            </a:r>
            <a:r>
              <a:rPr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 </a:t>
            </a:r>
            <a:endParaRPr lang="en-US" altLang="zh-CN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indent="-171450" fontAlgn="auto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Ø"/>
              <a:defRPr/>
            </a:pPr>
            <a:r>
              <a:rPr lang="zh-CN" altLang="en-US" sz="1200" dirty="0" smtClean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系统策略</a:t>
            </a:r>
            <a:r>
              <a:rPr lang="zh-CN" altLang="en-US" sz="1200" dirty="0" smtClean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：</a:t>
            </a:r>
            <a:endParaRPr lang="en-US" altLang="zh-CN" sz="1200" dirty="0" smtClean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indent="-171450" fontAlgn="auto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Ø"/>
              <a:defRPr/>
            </a:pPr>
            <a:r>
              <a:rPr lang="zh-CN" sz="1200" dirty="0" err="1" smtClean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策略逻辑</a:t>
            </a:r>
            <a:r>
              <a:rPr lang="zh-CN" sz="1200" dirty="0" smtClean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：</a:t>
            </a:r>
            <a:endParaRPr lang="zh-CN" altLang="en-US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4" name="组合 3"/>
          <p:cNvGrpSpPr/>
          <p:nvPr/>
        </p:nvGrpSpPr>
        <p:grpSpPr>
          <a:xfrm>
            <a:off x="467360" y="808990"/>
            <a:ext cx="2835910" cy="245110"/>
            <a:chOff x="736" y="1274"/>
            <a:chExt cx="4466" cy="386"/>
          </a:xfrm>
        </p:grpSpPr>
        <p:sp>
          <p:nvSpPr>
            <p:cNvPr id="5" name="TextBox 2"/>
            <p:cNvSpPr/>
            <p:nvPr/>
          </p:nvSpPr>
          <p:spPr>
            <a:xfrm>
              <a:off x="963" y="1274"/>
              <a:ext cx="4239" cy="386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square" anchor="t">
              <a:spAutoFit/>
            </a:bodyPr>
            <a:p>
              <a:pPr>
                <a:lnSpc>
                  <a:spcPts val="1200"/>
                </a:lnSpc>
                <a:spcBef>
                  <a:spcPts val="600"/>
                </a:spcBef>
              </a:pPr>
              <a:r>
                <a:rPr lang="en-US" altLang="zh-CN" sz="1400" b="1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微软雅黑" panose="020B0503020204020204" pitchFamily="34" charset="-122"/>
                </a:rPr>
                <a:t>D8  </a:t>
              </a:r>
              <a:r>
                <a:rPr lang="zh-CN" altLang="zh-CN" sz="1400" b="1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微软雅黑" panose="020B0503020204020204" pitchFamily="34" charset="-122"/>
                </a:rPr>
                <a:t>结案总结</a:t>
              </a:r>
              <a:endParaRPr lang="zh-CN" altLang="en-US" sz="1400" b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3" name="矩形 2"/>
            <p:cNvSpPr/>
            <p:nvPr/>
          </p:nvSpPr>
          <p:spPr>
            <a:xfrm>
              <a:off x="736" y="1313"/>
              <a:ext cx="227" cy="229"/>
            </a:xfrm>
            <a:prstGeom prst="rect">
              <a:avLst/>
            </a:prstGeom>
            <a:solidFill>
              <a:srgbClr val="E62135"/>
            </a:solidFill>
            <a:ln w="9525"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p>
              <a:pPr algn="ctr" fontAlgn="auto">
                <a:defRPr/>
              </a:pPr>
              <a:endParaRPr lang="zh-CN" altLang="en-US" sz="1600" noProof="1">
                <a:solidFill>
                  <a:srgbClr val="EBEBEB">
                    <a:lumMod val="10000"/>
                  </a:srgbClr>
                </a:solidFill>
              </a:endParaRPr>
            </a:p>
          </p:txBody>
        </p:sp>
      </p:grpSp>
    </p:spTree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-3175" y="2378075"/>
            <a:ext cx="9151938" cy="504825"/>
          </a:xfrm>
          <a:prstGeom prst="rect">
            <a:avLst/>
          </a:prstGeom>
          <a:solidFill>
            <a:srgbClr val="E6213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base">
              <a:buFont typeface="Arial" panose="020B0604020202020204" pitchFamily="34" charset="0"/>
              <a:buNone/>
              <a:defRPr/>
            </a:pPr>
            <a:endParaRPr lang="zh-CN" altLang="en-US" sz="1200" strike="noStrike" noProof="1"/>
          </a:p>
        </p:txBody>
      </p:sp>
      <p:pic>
        <p:nvPicPr>
          <p:cNvPr id="32770" name="Picture 13" descr="C:\Users\Administrator\Desktop\11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8613" y="288925"/>
            <a:ext cx="1735137" cy="166688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32771" name="文本框 2"/>
          <p:cNvSpPr txBox="1"/>
          <p:nvPr/>
        </p:nvSpPr>
        <p:spPr>
          <a:xfrm>
            <a:off x="2665413" y="2522538"/>
            <a:ext cx="3813175" cy="358775"/>
          </a:xfrm>
          <a:prstGeom prst="rect">
            <a:avLst/>
          </a:prstGeom>
          <a:noFill/>
          <a:ln w="9525">
            <a:noFill/>
          </a:ln>
        </p:spPr>
        <p:txBody>
          <a:bodyPr lIns="0" tIns="0" rIns="0" bIns="0" anchor="ctr">
            <a:spAutoFit/>
          </a:bodyPr>
          <a:lstStyle/>
          <a:p>
            <a:pPr algn="ctr">
              <a:lnSpc>
                <a:spcPts val="2800"/>
              </a:lnSpc>
              <a:spcBef>
                <a:spcPct val="20000"/>
              </a:spcBef>
            </a:pPr>
            <a:r>
              <a:rPr lang="zh-CN" altLang="en-US" sz="280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宋体" panose="02010600030101010101" pitchFamily="2" charset="-122"/>
              </a:rPr>
              <a:t>谢 谢</a:t>
            </a:r>
            <a:endParaRPr lang="zh-CN" altLang="en-US" sz="280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宋体" panose="02010600030101010101" pitchFamily="2" charset="-122"/>
            </a:endParaRPr>
          </a:p>
        </p:txBody>
      </p:sp>
      <p:pic>
        <p:nvPicPr>
          <p:cNvPr id="32772" name="图片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0838" y="3487738"/>
            <a:ext cx="820737" cy="811212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32773" name="Rectangle 6"/>
          <p:cNvSpPr/>
          <p:nvPr/>
        </p:nvSpPr>
        <p:spPr>
          <a:xfrm>
            <a:off x="3808413" y="4298950"/>
            <a:ext cx="1527175" cy="139700"/>
          </a:xfrm>
          <a:prstGeom prst="rect">
            <a:avLst/>
          </a:prstGeom>
          <a:noFill/>
          <a:ln w="9525">
            <a:noFill/>
          </a:ln>
        </p:spPr>
        <p:txBody>
          <a:bodyPr lIns="0" tIns="0" rIns="0" bIns="0" anchor="t">
            <a:spAutoFit/>
          </a:bodyPr>
          <a:lstStyle/>
          <a:p>
            <a:pPr algn="ctr"/>
            <a:r>
              <a:rPr lang="zh-CN" altLang="zh-CN" sz="900">
                <a:latin typeface="微软雅黑" panose="020B0503020204020204" pitchFamily="34" charset="-122"/>
                <a:ea typeface="微软雅黑" panose="020B0503020204020204" pitchFamily="34" charset="-122"/>
              </a:rPr>
              <a:t>华阳汽车电子公众号</a:t>
            </a:r>
            <a:endParaRPr lang="zh-CN" altLang="zh-CN" sz="9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32774" name="图片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9138" y="1282700"/>
            <a:ext cx="2624137" cy="706438"/>
          </a:xfrm>
          <a:prstGeom prst="rect">
            <a:avLst/>
          </a:prstGeom>
          <a:noFill/>
          <a:ln w="9525">
            <a:noFill/>
          </a:ln>
        </p:spPr>
      </p:pic>
    </p:spTree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tags/tag1.xml><?xml version="1.0" encoding="utf-8"?>
<p:tagLst xmlns:p="http://schemas.openxmlformats.org/presentationml/2006/main">
  <p:tag name="MIO_BULLET_IMAGE_BINARY_DATA" val="R0lGODlh4AHgAeZ/AP+WAf/Mk/2YAP+vOP3guf+rMf716vz///6cAP725f/VqP6aBP2rMP/fvP/Upfz++//nxf7q0P6YBf/69f+yQv+uMP+1TP/8/f+wOP3s0fyYAv6wOv768v/Tqfv//fvVpv6yRfyZAP+YBv388vyqMP6aBv/UqfyaA/+WBeGaAP/fwP/q0/+ZCP+0Rf/6+OKYAv7KkfyuMP/s1P6cBP/29f+4U/6ZAP6ZAf+YAf+aAP/+/////f+aAv+ZAv2aAP7///+YAP+sMP6bAP7+/v6sMP6sMf6aAP6ZA/+YA/2aAf/9/v7+/P+tMP+bAP6bAv/9///+/P7//f7+//7/+v//+/2tMP+bAfybAP/++v//+v+aBP2wOv3++fyaAf+bBP7/+/39/f/+/f2ZBf/n1v79///8///9+P2bBvnXp/v/+v3Xqv/37P39//78//2vOP/Xpv79+//Vqv2bBP+XA/+xOv+aAf/++/+3T/+ZBP2bAPqbAf/Ur//QmP////+ZAP///yH5BAEAAH8ALAAAAADgAeABAAf/gH+Cg4SFhoeIiYqLjI2Oj5CRkpOUlZaXmJmam5ydnp+goaKjpKWmp6ipqqusra6vsLGys7S1tre4ubq7vL2+v8DBwsPExcbHyMnKy8zNzs/Q0dLT1NXW19jZ2tvc3d7f4OHi4+Tl5ufopRQFBUEFRCDs8vP09fb0TAxERen9/v+CiggcOJCJDT85gPDwc6Ohw4cQI0p8iKTHgg1MCugjwoRCkA0AQ4qUxg5DlSJBBhCxwbKljRs9fPDoouWGy5s4c+p06SdJDh9GfPgI8TNHAQpEBrBLOrKpU14MKtTYV6AIjhA4gCDAoRPJkRw4klxZuLOsWZZ+DiK84afHERta//wIwPGThxEeQTDkdfe0r99U74hUJWLET1g/iG8cORJCLeLHfowI6GFDAEMeODJr3sy5s+fNTnLcuPvSDxDGPkRoeMlVy1sgSG5UGRCEY4G/uHNfUhqESRDHkIMLH068uPHjyJMHD8K8wAAGuqNLL4RhaYUbTSrjUM69u/fv3ZsAUbpuwPTzTgVGLfDyRogbQngkAU+/vn3uThD6EZKDSJUgVViA3oDmUBBDAb4Z0cMNom2HWUNc3SfhhBLiYIQQfhzRgxE51MREBUWYR+CI2xTBxBZFvOVDQvxZdgMPNiCBAIMU1mhjdw9mx6ENOPQgxA1AbEBESiQWKU0FBVSBQf8IfmAWF0NAKOaDDRy2FQJlN2appXBNOLGdFUAs0IMfXtwgghYCiBZiBRUIaOSbxgyAwZA4CLAQW6YhZpcNOWQHxHZHOEHUloRuCUQSDTkRY2k2CAFEDgeZycMATGDAD5yY8tJOkjjwACkPQODhxA1OvMWWlzROGRMQJTxZ6KsT3uDDo3HhIJ4IfPqwXQk2ZIfQQUUQQQRImRYrywbMBQHrsswym4MfGBFr7LSAMdfstdhuCR+flppI7behUMoEE/Fla+659y3UA11NGBFEEc6BKy8mHymLGRJdoKvvvspRBukROMzQQ6j+UTDvwY9UkE8QCeVHI78QRxwcEGck4UP/bAjFdGFS0CHssSFEUFBEmqBihsMVeLgq8cr6+oCHH1YAWVMXlAGhhQ3ddvzxwW4wUICXmDHkoh8zsGy0vndpAeqYC4UgxJg2LMBVbUzs/O07RWzgL48H5dcEdgIccfTY2MKIg0x2JoaDCC0ixAMSGRFhdaZMEFGBD2TnrTd3yc5dZIgperr34IQT546Ifk+3DhNATKnFs4VHHrkQQaCYuG6+MeGHFlfOOqbkoO/Npw1FVGDw5U9tMEARQtjAw7ZACIFE6LSTvYAYVuSQw7uIo/4PBky0kINdo2bWpA141648yxYSzRYTRejsOzrsANHrHCw9m/YCkC/v/b6x56Do/3aQUj29ORsUcJ2CNsx3AxJAMI3n9/SfKxNCdDU6PNzvnB8OipqrnwBr1zf/bcMC7WjSABdIu3cZMBsYYMBCpsTACkruXUF4IDWCsA62wKd7Fgxh3sSXvtNpsBntqMKLDpIEGwBBhDAkGw4qwgMQnZAZITrIW7YjhLPF8IcsuwEC/jSeFkjrhsRAShB8cASbjElXVQKiFPl1kJvJYVYYMCESg2ESwySkBz/hkQDQMsUynis+c8hBmsQWIultcRfJMqMcCZedKmjxjbhAyRz3uDcRPKo2dMDjLfIxAD4akmw5mAOTbsAUQc6CAUyA0SEnybImJA9GGHTkK1KCAZuIjf+SoOQXEuCSlSO0rgq30eQqKhCEmPhhAS8MpSzPxSMM9QABfkDCHDKnSlSEqAfvocssh5kt17HkCp9qiB+S1EtSvKMCrkuIH3RFzGouywZXekkO8DAaP4hAABZwYzM5YZLCWPOcLCvgODdRBAoADJ3wXFle1pkJSg1ACF+Lpz4hVgW50bMSeVGQGvdJUH31ACVH/KcjUAIXT/WwoBDNlhqZ0DuFKmIAGNEd/oQY0Y4uKyxiq4pFF6E+I8gKfziYgzk9ylItwciJDLjUSA2xgRiwZZQ2aGKT5tfSnlLIhS1pQhWqNlNC/IeMPk1qs9wBgqL+AV4o8IFllEpVZmVtpkX/IAGknrWAqnqVUHzioEKTVIAchMCh2/mqWm2EAy8VoQr0HJcfUGDMJuZnrXiV0E9i185xWmpKK8rBEazgqLwatj5cSQgOPtJL6CGAMpb5kexAeNjKJqdXyAtNEZrqSAT5wC2IkZoTHsVTy5q2OHjgEVgOUoCE3hBBnSrBaWdLIXZkEIl3qAIPfNAEYNL2t/W5QRJQ8toqDGxd1gOucr3DA0f1RoMIKpkPboCDTy73usfh0LogacBxnc2VusMQdsdLHBH0RFfMOd9fedAEHDCIScAhr3zTEqokDIy4qHNsD0owMGGuaL4AZsgQESKEJMQrcZ4FbWNMOboAz7chNhDB/12oW4GKegy2PJDttbQAhD+9CFIO7mh/iPqx3O62t0xq1op6mIMr+CTEEbUvOz6WpONmJb6vel9OgSAHGIsYAQLw58Giq5DpVvdas0OADXrQNB8XlLpeUMnBvPtZvIX3WnhjcpR06uR9xih2tZHXetv73rSU7Vc2wXGXrWkEsflACwXAwLf0y98/Peu/zfrRAkTAgzHVYc36VJARXGiFKnC2WAkW24JbB+JmiUABUCCArUoDaHiOMj+KOgITXGukKqRFzdlCwgd28AMqEIC6PBCAFqzgIpuYeSGiqbQs+YIpqEoVYj6Iww6U8AQp9GEFPsCe63SFhBxQ5gZzAEJoZP8dyoOm0khZ3eorIWaCKeygD32IwhP6EIGwQKrYPcDDimTiQmaDcj4Z6XRZz5qDh+4rBwqYwg/KUOowDGEI3K6IEWKDsrTM4HXmpmQTwHLbEdGGrjCyK79y4AAdRKEPO9gBvn8QhR/82gmMPsi/lRbwSfIgNBaAK4FqAM3ADraw+7rBHg4QcR3oYAdTGIIOLtAHi4/hCEm4WYe9AOqOT3GUh6pCIAeEgbREFj7F5lcPHHDtH7jc4lHYARR0IAWKT0EGbY3MT3xuyBfmQAM9CBl6aKMW0ZKWX0bQtQ4OAIWIS2HbfVACxK+thB9EgAU8Ki3Xy6iFLuABUjcQyHRM9L7/sd3ABNhOvOIXr4Ql6CALfciACF6kalYzxNUHgbXe987AeeqGOWE0POIXT/rE/8DXT/jBDjIQbJbsdobGfkmyl815GMr0L3Lik5mPdvjSl14HU+jDAbTNBR1w29sxMra461Lu2otQTrlhghHiIljR+570S7C40yEOhXvne0P8fpkN/r155wsQCFWowF9+6Sn3Wv/6it+BDpbwcChQ4QA1r/jFM040HnDc/BbkE0xwaE2RRfwBFmnFe6MHf9gmc0sgdcD3BDE3czXXBzeXcy4EBDwHgBYUEzlweyKRJEfQBALwI3OwEArIgIrnAUpwAKrXB1CQbRBYdVFwdVnHIcnD/4ELhCg4gCROQRjuhwMIYFLvp4JYYHwy1wdDoARvh21yF3FxZ3d45346uEAWggRCMCQjUTqR03sq+IWK13iPF3mTl2qr1moHkXlrUYWEcxArcgTBEhIV1nMpCIZ2WHOop3qsJ2yvB26yp2yUxYZj4xNGUCc8IGT9wBxM1oULeIcMCHzCR3zG120+kXzhNm4wEkuCmDe68joJsQ7/MADAFIh544WOyIDZV3PGJ3XeFwH6Fn7+BnCbmDfG80KKIVLpwAAYMF2aODimeIrXJ3/0B4P3l38WtwIY12Abh4KzODZU0gM1USUWNg7jwhYJSDi/CIyl54AQOAUSKHM0Z3M4p/9zGkiHzbhwWLEdn1UFLYAOEhQ1W1c42aiNpMeCLnhtMRh1U0eDNpgfOHiOY3MVs9MeLyF25ZBDR/BC17g380iPiXeESoiETAh3T0h3Uph3AHk0BxEC1mM91OUH0+gN1lI7DemQjiiGkCd5lHeGl5eGChRrGYku2wGK46AsylOSJnmHp9cHqbd6rTdssHdss0eKMcksjwIErCQOvrE8OJmTXwiJw/cExXd8lQhuy0duvViU11I8AgCC3OAGFOA9TemUqKh9q9h9+OaK4HcD/TZ+sqiV2HIVaqQR4MA4YtmIZHmHwlh/xUhxx5iMILaMcJktN8YSQUCA2uAz3zOWeen/e9w4dd44geFogeOYgRs4mNeCFlxhBF6JDQZhjr6Il40Jhvb4gvk4g1aHdf4Yj5jJLDHyOnThQNtQABaAAObFlKI5mgwIkUm4hE0Yd3MXhXeHka2ZmbrnA+JUDSLTVuXHiLr5nHHneCk5eZP3NTGRPz8hYTBZnDYSZtlQAAoyVbgJnc+5kz2ZAe41JrLiBQJgjXwSO/PBnTaiF9iAAaJ4BUewUiSZm+TpkFApiUsQAXhSfV+CFdbDjPI5ITggZ9cQBIciAgl5l/3ZmKm4fVInd09gADDgBGM0GtUHTKCZoNyRAwxQcNMQLEnwUNa1nxOal3tJjPjXB3DgdAYQAMbj/0TtFqIimhxjhCDU8A4M4gNdFZ83yZ8teoqPGYFSsAMHkAU6AAU/kAAw4BWjtSIIuqOIFRQkFg0VsC6q9h4rSjuMeaSk2YKm6XI68AAwuARKAAdS6gdNsBifg6X2cSFws6XOgBFiwwNMojIsSqYmyZsSSQVDIHUuCAX69wM1yhZESafckRWOInLQYJMLNKaASpZUIIM7oKESlgQAMxpckSva2ZxYyhgNUQQM6gyzUUGWeqk5aXFU8HRLIKXbMSN+gAdEmFjw6ajE0RhG8GzNQAR3ValG6qqNKX/XFpw7kAABwBJzwCAFemNXyquacRBJ2Qxkx6rFaqxkuQMPt4ouh/9vHqChXSBYHio2IMqrwmEZfIoDd5QMILAApFqk3DqhZPCA2dYHaxd31zYEGgoWDLFkOaquwbEQ22EDwsIMvTGv9Fqv5PmAO7AEHhAFOmBx8qcDShBxGkqljTM8BPsY2JQDscEjiIgMRAAqFtSqDnuKFfutShCDP+B4D9cHbCAFbgoDcCqnH5sYVAIWMJJuyVAV2BGm9aOyK6uNbdcHU+B4pAZxxqd9i6ofO5sYiFGIPlCyxUABYOQ62nq0R5upUbepMNCpn1qI2ZMaHMKwWil4xyAkeCAEXEasXruysCqrtOoHtoqr7skiRJqgRoEMRbBaG9K1c1uvyIptULiszWr/A88KsFZgoFy7oz0Ykr4gGNPETWobOkZbuC76rU6rA+JKrubKIejaGFjaEHgaDBSgWi7JQJvLuU55r9f2rfiXsUr4r9uBo62DpS60acSwD2lhSn9CuLB7qRArsRRrsS6XsWLLsVaKpaBiBVjrC3ZZiE1gF8RbvGTasvr6sjUns9hWszebsxqCpfEjAAOgfsEgJE6APZDTtwL0utrrlEm7tC+nvBWoqAHAqLxbiDeQurxAqTEkv/M7oWCrsWNrBJ7qXmYrqmkLkNWlEMgCDKgkRQRcwORZtxU7qzBQq2yht4bxngV2jtYzRB8IDBgwO0B0wRj8nIerrMzqrNAKM5A7/61VSF1A0AQGpr68oBIp9kMs3MKj6a36+rmhCwPl2kSkayU6uncUhEtC4Aa+MACTYcHbKsSXKrv5uq+2668wALC628Rc9xLrsh08vAtFMKdAfMVYTKbHO7EV+7nMu7GB0rE2rIMLIhTCBSCaUgBwa8VtPLfci7EwC740a7NvGqfl24w9ywMvIwbAigtMYF5iLKGBzLn1y7T4C7X7K7Wz+EnZAwTDogsAwhV3nL2XLMQHLLZky8BcgQM/QipCMCocCMCzELjTNUVBnMpkqsExe7d5awROIBN/QhlqXHszhgsroVqAzMtY/MKJG8OMSyOu0xDKtpCclwRnTAvx4DbYHP9Cu+zME0rE4Aq6fTCuSFx9PoAo3oQEOWh+Q2cLBWBKntTM4ozBWky7/Hq7X6whRbYgldxlOZB+tnASPtQj9nzP8/vGySvHGssHaNIDoxI2OogHkjoLAyACOZAEdTAUCa3QxTvI3huzDhe+UqADE/AG7JK5siYrtuwKRJAd1BUjHw3S85vJ9+u0iNsHHPAGIkCF5pcDC0BrsjCSchTONu2w8pcFSzoBDjA7dCEUYJGQTuATkEKEXZYVu0MLAmxGSJ3U9foE1/YEURAFIxAHx4YEsCwTYPETUL1mZ3UDBxYLXV1GXw3WrupwMcuTShAFSkADcSAACoIVSLBGY5Kia/b/IDZw0a7wH3x013h9qTtABUvga31wAUy6BC7w1LPTOjjwtiyBS1ltUjYQya3AAIYE2ZF9pDvwBPSHsfhW0kyY0hgiWM11nYDGOU7wXLBQAanNxqtdvFmgf8b3gE7n1xC3BBNgAhyGPM+iYU7GI2JzBKnaChSA2o8N3MGNyYi7BBAXBVTwADsQBix3bTvAAQpwA6wmAu8MY2yhZFv9CkVwSKq93RmsA3AQrtpHBXQXd7H9AxygBoUtXl3WQku2BaadCgbx2/Zt30vd1E/tRVIdwVWtO1Tiak2SPwHtUSxBXXLtCkjB0imr3Q2eymLNk2V91mm91u3n1oaBGCyy4R41/yt3wRDTewpFYARzwOAlvtp67d1P0Nd/HdiDPUOG3ROtcxAvhFSGxbp8WmGt4GnfrMsk3uNtPNmVjW2YfQCazdn7wSOgbQNA9izSJuMQ9Tlq3RAJXgpCIknZbeWR3dqvrQSx/XCz/Qa1fQS3rSvWsyIpZuYFxUS3BB9NYKKoUFbxw+NwntTDbXHFTWoO94TKzdx9/txy4UKhCugEpWzvsUIvPQoVkHWKvuggHYPJ/d3hPd7lDXHord4CwN54414hoCiavk8lcCVgkQQCQNSnAD0xMuU1TerO7HT5Dbr73d90rq8ALuAl6EJzkQJJkFyH9TguyRU3LgpMMNMijsrC3v/j8kcFEI4ESPACKcAa26FsVn3hlXXtoVAAQNYWo97tPf4DTxDHUfAFI4AGL/AC7CUAw9ziF/Pih5U+gIEQVnAC8S7vDS4FDwcHjqcDHvAEgD0aPZAmhS1Yh03geWUD2zwKICB9KXXMXl3lCi/OPzAES4BvvtZ4fr3Z75OiYJ7kom1YTkC5n1AFaaJkp7zCJF/yvJzfFOdyShhx9MbTCoBLtv001FRZ1U0KRMAgqkbfPe/zlzwF+sd9yBqrZL0Dy93c/wXdhkUBiCkKA2ATXjBJ9U31c7sDZPByyBp1GfvwFHve6b3e7b1WZtWZnzAAVdBe4lbrlqz2221xcKAETyv/BUNAcXG3pPhXsQE+4JWl5qagOWD0IlIv+IL/4Fwf4VG9IhSe7ljtUQLQ9KGQ40UTFzu/xpgv+CdO1maN1i+h1kLA1lH91h7FIK1VCkVAZueb8Ksv7D/O134N2IINTEaO8UjOUht9wqOwARggWLGhEL7/+6SO5Za95V0u7l/+2TLfUgux5pzABKvlA1awW9NP/VYu5xSb7LItBbSNEHqu9MAeTzOCBx3vCRsgsPOhBfMPCH6Cg4SFhoeIiYqLjIg3Jn2RkpOUlZaXmJmam5ydnp+goaJZUT99On1LOz86UUp9O0sTJlpANj45fiWNvL2+v8DBiTc3A3/HyMnKy8zN/0FCfjZneDw2wtfY2YqPot3e3+Dh4uOZUJGxsFFUDzthBzs7sBwKN1YCIj7a+vv8wFY4TogUaUawYDMmN3j0AOLDCI9+ECMOg0SuosWLGDNuYgVHh44hpn5QifdKyZBTPzioQSIAmsSXMLNdQWKNicGbBoMEickzJjeNQIMKHXox3pQ+WKI0EGGjhw8etnAAuSGEWDQbOHpqlZijRw4kFXCKZUZkq1l+P4mqXcu2LSUwfX4MQTWFQI8btprcOCJIQI8mPaydHZyNRw4BSIiMXYyMAuHHwdK6nUy5sjgdB3QoQfUFVpsGPZzYEHLLSQ8cQqbyhcyal48bOWzYZLy4QP/r24skW97Nu3emKKfMwTm5REoDvn9t5LjRY0E03NAP2QAg5AgRCrTH2o7OXZBu3+DDU0Yld9IPLDpU9SGQFUk0IThwNOnevUmOEDySzM5uEMR2+tB9J96ABAYFhRnxwLJKJFHsgIoOO6hwQxM8GOFHbAByZwMefnhhDH8GFZFPhrgJWOCJKIoz1wFzLfHgAUrEAw88P6igHA9HaEEidHqchsB+IDrz0I6tmZjikUh6EgUUqCzByjt9KAFcXJpRAVIDOChHZGs4GOFUMUEWhIFgWz5mZJJopumNUUgpxZRTUGE1VVU3XJVVmfzYYINoPhDxYZjLMDAfnoSdqeahiG7/ApdcdNmFlw16reYXYGQSqg0QeNziFQaAMoOBe5aeZWiipJZ6Smab9dHZDp+FNlppp6W2V6jaOAEECz7wVUWnylAwABC0mjWqqcQeCpwOwhFnHHJNKMecc5UGCwxUAsR2g2K8IlMBftJqNWyx4KZI3kmSnJdePOz54d5o8Q3abTA5HPEUEAVkiwwIOSTxLk/fhuvvgAcmSCODDp4S4YQVXhjtvo1MCBAOAlhg7zE73cmwRP3+q3FvK7b4YowK0mhjDjjqeHEveDThZQ54MDDxH0EYdjLGFG1sM4pLNvkkSVOyooSVP2Cp5cyN5FJdNFX8yesArxENUcY3R10gm0kt/9XUvHJSZZWeFjsdxMREYOg0WjVLbfahi87VR1135TWrH5MGNvYgX9tLAQ4azL0P1Gf3vRtmmnHmGWiikeaDaaippnfdvG5QwD1668O335RTdmyyqSzrR3LLNffc3Ix3GkQuI0aOzeSVp07UuOahp16668In3+J2+6BFCKZng7rqvGsU8DkL9tHggwdTaKHYY4cOKBOxrZa7MLv3Ln1FHaf3sYwz1nhjjrRnS0QIRwD7PPRlT28+WzmnsnOUPVd5ZZa5gG5vEDjw0PX4vkR//v5BUe3m1XGSitbqxDVLBQFbnaoAD0KwMPw1rHz8iyBv0taotkHqbXFrIJEQCCgQyP9Hgw7cBgQlSEK3AC5Vq2pV4WCVuLcRioNhGgAexBfC/I2whDhcy+X6MJzMHWdzzeoctEIFwyBVwAYnKF0NH5jDJrKFdeVyHbra8552ETFbBUjIEm3oxC4O5XcKMoXwCgYhCRlPYVfsVAGYkIQbmGyLjNCfF+eYieq56FQgm9EqRlayNC4PCTkgGRyZSMdCViR9TsIMzyLhM6AJLX4v5FUWCzjI3NzQkJjUiP+WIggt7MUGN2hKEo6QJUHo6zZF5M8ksVJJS2bylUSh4NoIgAcjAMEIFgICDgLpBxzg4Sm4SWV2Vnm/VhZCjrBMJiZOKLgn6AAC8amFFeyXBCQsgJT/kGSNMGlDTGNORJngxMgO4QCHWPwgArFxQhLwwEscKREy22RMN715CGSG855QjIQOpNAHKvQBChngUIWcEBsatiaetQklK+lpCHveE5xgpNEU2CSSIaxgcznIQ1dAaBaEakehxWSoQx+aTDuiop9PcEV6lhCJCIjgPp4MpiRBytCGXpKkOP0Nk9SHGSno4AdR+MgP4NGgJURACxzt6EwpWdNBjDSnUJXER55AhVZkQAJGwMENLFQn2PjhBg2xgS5fUi810rSpTr1pVNcKClVEYQoQGgIVZDAhEeirB3DDBRL4AsqXeFQs80TrV9XK1sJuwkEXWFsfniBGGWTpCL+0/0E1mFONU0YEAwMBVGDR+lTDPlQHHogLLOKyBA9ISQamiUYSvJKlTMEESCDabFM769l7guEJE+1DGMToTCzsIAJz6JAPhOADJHALYy7T7FkFS9vaKvMoQ3DQAYCDBVigYgjvWIEInCAAIByhCSGVHGxVuVzOEta56D1FFE7CjlLMiElTsIMBAuAwPBzBJRLpwV9vItuaNje9mYzRDpQgBShshgpPgEJQDQADJMAGNkbQU50kkoSwKJep5gUwgNHTB7UNgcBPiMQr4HGA6s43B0LIZk+KAAKzYni259UwTk17gKH+c4xMkgJQh5AA+uIAAaU0i/JiW14Yyxi9LdoBfP9xO5fEmmIMTQBAPgRA0PC+RGlB6q9IY3zkcDpoCcCBAhUOEJdS9GEFToAPD1LcEgFYWSLYcfFCmcvlLivTSVSCBRSGcJIIIKEHRnBwYGw5hyBvZcjkfbF/62xnWOrgKNN9AhdQEQEcJCE2gATCV3yQBKYkFSJYJrKit9xoz/6An4zdQQZ8MAc98cAHOEDCQ2wgASGobDDjTfScM1xqtirBRVnoQwZEkBABaMEeX60TZKMi2bOEmj9FSMhWBesdRvf6fBz2MIhFrKAonZMFWJkwgPZ7Eybgwc14pfZ/r30zGtvYHA3KMVCn4Fgn+MEIOXgnd8htkALsyQYCoPZg2V3/yCQveQpNFu0YjpAEpAIBCF74NDx5RQSAu5DXBPfil8M85jKbAs2kwdAMeKCFIY17aSKohYoXnfE54pkVeuZzH/wMaAdfgUM2GLm46cPvghSgCIEJuLqt3XLVPboPkZ70zC2N6a78Mt/VMGh3ei4m97gL40Vv4qkXO9RVt1qysAZkYG4wByAQlERUJ0gQqCFxOK4768X6tQ6CPexiHzvgxLCGNR6yHLRnqwh6EvjA4V65bF9321HqthK+He6LlbVTgG+724lOeFO5Ox7wVvI+513ve+fb8X8PvMDfXnnxGPzRTNaBk/uw8IaLFeKS31HamxF5wZO+9ODZ+D87DtSP/6dZOdYYeckZFoTHA6r2o6c87g/1clQoWeY0D/QNbh4NnRPfXsgf+vLPdvSkU5rpNhD7058i1uuHPvZLvP32ebP1VHvd1WHfKNnNvnJaIRpE2afz+qUmd7oTmwfGhmx59xx8t3PScn/8AQJVkFXJt3+HYngdhngjRhKMp1WRUyE+AAQ9wAM3kGtG1ANCp38OqCaXd2Pxtnlv1Xn4pm8zI1l4cAbWIAQIyB9H5DxYN4JHcnpTkHqr13oOB3uRgwM6cmmBsQETMzroF0Lqh4PjoHtiRma9d2a/J3IkZ3Jj8xRW4ANYkQMeCCJMEIIiyIRH0nwx12d/Jn3Ul3MceIFTsf9XOYABRmgvDPB52ieGR9J9USBp33dp4ed0uEB+Ukc0fjEV8pFZ9jIAyHODdlgg7dd1rAZ/sSZ/ZXd2evMQOjIDRmCI2cIEBWCFRraIKNJ/wvZ/AYh3oUSAF2KATsOBXeEHXWhElqWIoEgU8KBPi8dSAqYqFBgB4GaBxpQDzrFafrArL0ME6RaGs6gWO+BMjAVXDtJx/sRP9AYQnseCSxQYDCECODCDXqiKpJaMa0FgNQYHkfAE/LRYWDASEcBwPxhx3lQtCeEDFRBnE8MA3khPSwiOHbYDVOBbJ6EO5LIDK6BQVDh8xqQneoIHrxgkTGB7yqePobAZ5Ehg0cUKQ6D/Am7mB22UhtZnTEBGE0DwbJCHAQ0IkUNRYD4jBfCgAwQwXLngBHjQA+MXdd5kBMRADJzyMsdQFnVokkHhIh6QUnPRAH6ggQJQJ0glifTnTUiQKQmxkFlWkj4JFD8lCSpgafkBBA9BExiyd6noTfmSA7FGjDr5H7I4lZxQi6eweNflEdEVD6xAADRhP4J3CPaDbxsAlbEllWjpCcuoA80IIaaQBXDJT1BgF1rQI8dVl4SAAz5wGhKjkzvJl33JCeL4A+S4WKhwAFIQVEHTS0U5Q3DDmIVQQJr4MgWwE8hYmZsQXf24A/8oF+RCALERcGKZVQhwjKTZS3chBGQpmap5/5asaQkSGSVSEF2SIJfxMRqhdASBFAKgspsK80vGp5PB+YnDuQkoqRkqCQ/skWI3AD+75AS4YHbSKQjACARFoJdBcp0sl52bAJRCqQOg4QekJFmxUXahlC+kcZ69dGmztxg6sZrwaQlVGQlXeWmh5AQPFg1HoHen6J+BkQPcuDS2IFn140352GVqqRkwNxcfUYtxOZdv5p+GIATwYWGSiQwFsABZEica+pDL95eBuSCEGReGiZiK6Ykmqgi6xAQksKLJ0AKchhU8wCHGtKEydpmZ6UxI15k/RZRZgSnAAoY9qghaWJ0rygRbqCkxWpmu6Y/CI5uRQJsAdyFd8mO6ef+liZAVp7mibkABWDEH/ZmkMop7xUmRCbIeSLCcVWEDznkf0cmmiXBfOSmkyFAEOHAFN7CYlaSkGradBDYj37kc4pkD5JkD5kmoipAETVChmwhrWqAFJYo/kApg8rle9IlX92kYNqCfypEEdcqpiIADMdBiiIoMRFAF1mCTX9qXB9oHCboce9KggAqhSXieOCCSW0oTfmBvdsqEHcqWHeaWIsqSJEqr4pWrysAAeDU0rXSqXsaMP+CMg1mY/6SjPeCo2ioMBaCliEoEC6Av91hD4gpOTFqOmwmlnzmlomml7QoM8IqoRbABuWAh0TqCYQqbYypz61GbaIqbaxqwvwD/qi/DBLjAo1t0r8qUp8e5p8qZJX8aqNBJsdcwsIhaADaZrGPDsckkqd25A5UansoxnuUJrSZbsYfKrcjAAPlQr0p4p0eWqkPJqi+an1MRq7Oas71gscVYBRM7eTgYrMO6oMb6oNEQoUzrC057sV/1q9dmkQJzCtUaonCJrRi6tfogFSVgk05QBG/Ks39QADMAsBsrtDgFBbgVCUxyrjiarj2QmOuqsWr7C5I1iLIht8wwAAWAs4+Ktw9VVaGlBFOQh/vqmVIamlVauNngHuHpBwqpuMxgAaU6Pi4rQUOwBE9AHD8ABWT6sGd6m2rKudggL5tjA1XQtTpZBFc3SKcb/0GYgV0OUgYg26ci25zPOai0+wtZQay6q5MUwABg22tjVos/pQoze6mZuqnLCwxNIAQCUAI2oKKiqwzuKbXsNmAQwkj12apIu5+yyrLLiwfE4AMDEIflqwxFML2lJldOMg+2QqwM2nfHmrXyu7x6IQg7m7/IsAFVEEg9gAS4kH6Q60TI4gGmQC6Z0WGpsAMTNQEKYLsI270wYW84cAQxwMDMoEC1QBoLALRz87tS8wSZgR5hcBIxogp76gIdAEhfBYAk7BN+wANFQI8qrKsPmoEPQbiRI8Nmw1Kp4E9K8AQ7ACNLwMN4JQRaEHBHwMRBXCt1sgVHvAxMICJy48V64//EN6MDaYAsQyUjx9kHsyAAnKYybVQN9ffF+sAhIcCecvsrIQAffmGvFZxD1rO+F+BPOzABHZAEMsMD7iGWyuEcehwRWolZY7wM6+lJU0rInqUZQ3As+8QBHeBmCKAXYIUDIjAVz2q3lVwYAvCbmcyiQwwbyvs8ahw18QBaE/AGExoCp0EVONIh0ZChr9wPWIGyR0wBESYaMNyyhYxDQ7BnTzACbzAHsXHCpbQctjADfkCqSVC6x9wLFEq+s3wMFNCJNuhAuZwmF5zBkbDBxOHBixzC+TDC4/wSQOBJXrUhfhC35zwA0JAD3hy0sETDOmDDOBwLatkHPOzDxZbPMaH/BY8ZntVgAwxgxOeMDMUHZHncxNFcOVC8BFJMxVaMxX6gxVyMxhJ9Oj1wBVBhqea80cjAPCcgzjPTzknCxm5cizsQx3Ncx0Zwx+Da0k+TEF2QBBeaXDStDAMgAAhwwMGi00hyyPGQyLDAyI6cC5CMppNs1FwhFUnAQEQsy039B1vAqyztNFR9hyYhylJAyqaMyrC2ynXCXWAtEYZhCzThx0cMAqLhycm0yx7Qy78czEIwzF5QzGud174gYZJlA4x71syQl8/M1iHdN9M8BNV8zdl8n6nYzd9saTjt2I2QKVkCG8rc1PvrWsvhRoGY05ldKu/MwUh3XR38wfZ8b6b9/xhsliVE4NdjHL2uplVO8UbQLEEIrdBRwtA73MO5ENG9PRhIoBdAIAIzTdnJUAFapak8cAV3AdIlNNIlXcW/htIqbZ+NPd1ooQFIQBpmrd09qydAkARdwIGXLS1tPRk87bo+DdQmQMeeOtQJUdTs3ROBpJVMwKzaXQVFUA0hoNS7JN7A6yKIrMha/ciRDD+UfOBaIQYCMANAEKBHzKUgKUgUzj+gDNdy/WN0rcqsjNcerhX20QQDkN3yzaIDENkKleIRRNiGrRzArFWJzReLbaQzrhU+QL8LnOPLUADE2lo+fj6b3dnYjBWgzc05N9rhnOQ9UQsUgONOfgwDQARmN/+AaTzb4lHbGozbqqDbIuzl3BEbAD3muspKeDHlNrPcOnDDza3DkvDQ0Q3Ecg4dPBAETG3nzFB8NpBVYqDnN0PeUWLS590BWbzF6l3o0JEYit5vuZCImM19bezfcHwSQT3gRP3Rmm4WTCDc2q0TCwrpGmPVfYDVi9zIGu7VwLjqt7HanQ4zCACaac59b30Ko1zKLl6/MH7XrszrWnFAv24QjtO2sr4xQO7LQo7Yis3Yzg4Zz+vkA8CAw242VW7NV67N1qDl3gzOpd3t+6AT0X4TAxAEBaR3OYDc3bLfnBBiP5AqwaqSpnABHPAGmdIEsejut2Gpr3YD3z7mJAk34dz/FSGwCwyj75lwdKvAUhZ5EsTRBwbgABogyV+L8AFiwjxQBbga7wZRAxUQYfgdArZyMRaPCXPxBUH1VkMAF2WwWFywBjDQA0yBIXRI8gkPgtXg6p0+7997A7lpuxWv5kLBKB1xDnIBDwzWJSHwnLEhjER/GwH3cFVA4mOeReEJKlFLKzN/CamyA1EQWj6lAz5/Jy4KBNWiacbc9azBEE2wBb6u8slw4/hRs1IdIFDfPy7iIBCiA/OV9QhQHTagBxfiB2KQEL2L99R9C/Ht9wVBBHVSIQwh84UPFAewgw+AGQkAA1+VKcrRA0bepZFv+ZCRA0YwAE2u+T6nqD0O+qUi/wWl32MakCUUbUH+/KCvWgJnD/s9kRW1b/s+p1VHkN9botP87u9i1AcAnxk9BkpCgKTIDx3A5/i4YwNBwODMvwxl7gespuqEkssY/wMa/xEcnwoeHwDV1Evt3v0x8XliqYG7AAgYf4OEhYaHiImKi4yNjEUMQj1+lJWWl5iZmpucnZk3Jn2io6SlpqeoqalDOl9ROlFTQ2B9ZX1PXGswSDd+NjZCTb2exMXGx8jJysvMzc7ENn4hOTc4TTwVNY7b3N3e3ExJfk7P5c6gqunq66g/rHA6ojvuOzsGMDhGPjk+NkBAOKKZG0iwoMGDCJcJyZHDj48ePgoM+EaxokVHFf8G5BCXsKMldOxCikSlJN6OKB76SNGhQxcOSguMNOkhwUeTIzw86tzJs2fPIzhu+OABhAeTi0iTJmXSzydCkCOjjtyxRMcOllcNBJiGQMgRGzdsaMlBFM8Rp2jTql27yR+OHkB6VCmgtK5dbhYK5GRbDqrUv+oOTHnyQMeBBDD83MDzK0ePr15wCAnBw4cVvpgzazYYokeToVXu3B1NOlGVIJuZ+QXMGpWUwgkCaAio5eENIL/8COiBY46Pt6mDCx/eqQQPHDnoll7OnAhZGzmA7BNIHNPq1uqe9PlRso+OH6OkzDugIzZYIXiqq1/P/pOfJEWKMJ9PukARh0Js5KP/3v46dlQ6TNHHPEtsp8MQQ/SRYIFaJYGEHzi81N6EFAq3AFBAVEDfhndtgdoNSQiBgwAV+vefKay4AosstNiCiy68+AKMMBXWaONaAgjhwwBBcOijUnpV8luJoZyYjjs6wCMPPfbgow8//gDE341UVokQAkAQQcGPXF5kAQNhvTTleiYaOUp3J6W0Ukv4wCQTTTbhZOWcdBKUgyBd5kkRBnrZABGRZqpClVVY6aAVV16BJRZZQJhV56OQJgMEBvLpaWk3FNzwVUMUlhmoYIQZhphijEH3mA2RTVbZZZG26qomFRBx6azbBFGFYpN0WmSgrsEmG2224RbNbr39luur/8i6GsRRtDbLCAa3JsGYH9TcoAUQxHnKjnbcxfNdeOOVF8B56SVr7rmUTAMEP37g6ey7iRTQRBK/HHcDRFpku6tUAQ74Q4E/HJjggn00+GCE6CaM7BHUOJFPFczCK3EhdxTA2w3R8XBFD8MIp206Kb4Syyy13JLLLr38EkzHCrdc5w08HAHEAG5MbHMhGMTwCxBJdMHDDSyn9rEqSCrp7xD13JPPPv38E5DLUM8J3RFO+BDxzTdTUAQPNoSQBECcerxvVGiipBJLLrk5U0037RX12zVGZ4UTW0yE9d1M2ICEP2RVN3Qqg15F6KE5dPVVWGOVdRbcjE/ow4NMtHD35P8S2cB1WGNq9jcqoBZ2WGKLNXZqqpRZ1vjp6+VgAwVVTO56AUyEaUO5Yrf2mriziRVsbsT6BhzqwHucnOvEV0BBEk4Ao68pVID3w1VY9BHFEAEXiDR55t2AXvDcr/eL3k3kIEITfhhPPPFBENEDOcuXkmA8fVzQxxJksCSKHQgaDKGE3fcvHGUB8cEccGO+8xGPAUZwwhzaV4qrxGIHoqACBBU0BK3ESGU08p8GNdMDYORrGlXYkgGJNwAMIIeBZ+LODsIQsHpE4QdR0EW+mBalp23whmzJjYSCIMIREq8IQQhbcK7zAy4ETAoDY0UGEkMUK7yJbXLCoRTRcoONFeX/BrLyoQExwAQUiuIJ9XAeeVbAgnFoSnWIY5SjpshGnjAEAV8hAh20OEIPDYeIA9KBEn4QgR4kgWuKcUhASLeqNhrSI9MSQhDsRkcDoqZ2DTRQBCLkA4f4AQk+EBElemesQ3ryIDBDAhEq1UhHYgAYORDGgzAThx0oYQdTOMAesbCCCO3mk7jUCXSA8ZUQUOIG6SulFplAgegIAQhBS0sT3iAKKARMBysAQD78gAABuC2X2LRTJXOAg7iUAAdEYKQwR5g+ogQDMz7owBME1Icx9AIHIdAk/7JJz3JEYxrVuIYTlDNOLRKhCkQRolqAoAYo9GEFNnDCDYwQs8vlYHH1/4woMxbSkIf8Boj9bCQRnCMEzNjABDKwwREQQC+ivOQ2OeioRFeaDKAIhShGcVdGtcjDzDkFBzmhBg4UCIQZUIIoSBAoS4fKCbfARS78nCkdmYABzDDEBzcgRyZ9gKWXrA9bRM0qJzrzGR6ERqnjfGQO3wIQ7eEhqL/5Cli0ylZNGAcHTEgqWOm4gQL4AjkBoV1b9+pR1SXKl0eASFzn2k8QFCEHVbNBE2zK18b2hF3c9GYPEFCEqxG2lBsIQjdVN0/HerYn99TpNXxQBJleVphaO+Y+PsvanlDUIRCBq2VPK8wqFGGnnW2tbg3i0qEUZbC0VSoFgsjY3Rq3GUaNy/9cgjvXDdznuNAdCFdBIxrmzhUEdo2udp3xVuBat7kVsCYlcqCF4m53t7v8qx8CazW5flepQWiqBPjBzfPal1rb7GYPSjDZyr6XthADixasYN77fja0+axMaf8b3CDYlTcFNrBjX2tR2TKYuVWoQBGSIFQJ67a3MPXuhYNLqQh7eK/JReqI31uBLp74uNP1anVX/N3Mvvi43XUvjYNbABNa8sZZ7VoHMYaHXoQAdlvY8YWJUIFqKMbEQG6j5X5xBdVxrYBKvrBEgOCwSkZZovrp6GQvGYMNZJnGG6ADA77M0r1poZtHEAIRenTmHWOACGyW6Gd+aoMgkLLONB5lnuv/mYM5+BKL4gQ0jQsg1kHjUgTrSt8cFX3mIDTa0YdcbAgprWgiMGFrfjACMAKCBBHlYJWYfltOnEAvuIiDh5zmdHx9IAI/aOGPuDLCsVINNXEI4DaWK8AoYx3rTwtABAH0QjV4YARev+0lOIjJDYqQaGIregNMwHNYwjKHezk7anvLgQBsMIAZW5vYTAhvD0SAWB6Q6NsuC11c/3xuYnPRCL3QdW7hba4mCIECPax3vSlAhAIAB8r8plNEdCxwaw+ACAKYVsLRZWkGNPzihJAIEYLyldoYQa8TV096ewmhbfMgBwygN8YvHtcQ0CgoHAs5eyCr3xJUQw42KMKcV85z/0JgIH2UKAEQroBwmacFwdbgQU6aMIAk9/zpg2AAE7hJDlQbfTgUjq1sLQ71rrsBiL++unpAXJQcfL3raCcED8knduKkeC50TnvaCwCxtg8nxl+Vu94HkdlL2x0zxoEdw/fedQpsoZLItNxCw2QEjvxdGUDQAtAaMjt/iCGh+YhQOAdPeLQzIQgb8MG4RRrzojyeGbXhGE5/ATTkRKMERoBd52dvCAwMoArIyQ9jznl6ZdzrCgGtRr4VgwCJmJb2tLd0D/CAg30ApcO97wTQeNCFr/3CYdCxtJmRz/1CaMk5ELKBqKOPjMgmIQSKx00BGN399hvCuQUQyALJf4yT4/8m3BuNu/v3PwgtFYHL9GcMrDdlAyAR/HeAhuBpeBaAxMAYAXEDIoaAEvgHmTUAyTMMX5EEPUAZvoRVzqYFQvcQNlBJlod5RnBSTVAFwzaBLEgIKhgEC3Ab4fMSTrAuPANvORACTnAW3QQW1aA6fgB7pbV+LViEhTAAIMAEP1NfxzEDtAZvftIZ1CJqw3cDxVdCRpiFhpA+RZBAQREUXoaDVrg3P4N9OaB9WpiGhlAABCcAJeAHk8B2zqYfrZcTPbh++qeGevgHNZBtqNED+QJvfyQENxACQJN/e5iIh1AEEON4vDYiinUDsWKAiliJhlAFPOJ3eRYNRuBg1WaJoDj/CMMVBD0gbsPQfLAFVXoDU+8WZGIiAg+SBFalH92Wc8TEdaGYi4cwF/+EAxy2LtjXUVAiIriWVUjAbEhAdA2BBDWYE0bgaceni9JYCEzwaX5QLgmEBE7DEOOwbxG1Sx3UAwIQEMjxT0UQcNOYjofABJgYBFOmGNwUFtxUdIbEEFVmBPhUBBVQANunjv64CMPFVCBCIjgwA18BUUMVEDkAAFpwB542W/8YkaYxZ0wgAGJAUdBXTz9DbTEgORL5kdzAAHRQAAwQj1kVBPsYjSC5ks9SBRvwcytlaZbGkjRpEQUHMV+BJUBzST4gDtwUFECDBF+IMb5ACdHgbpURENek/xb3Ui8L8GvDEg355gTUwFBrpVjRAITAZB/UVpNeiRQWYGkl9GQcczEYox8+MB1hsS4gEiE5ARc8oAXMlhn7gBxxATQ3oI3UcBxFSS29MAk3IAI8MABMFR9feZh2MQBFUAD7SAcnBFVD4Qf/8GYSwAMcgzFHYC3IdBl4EIZrgQOSdwR/NA3l9T2L9RXvwQ/6QFoDUAEVYAGIGZvLsQEbBUQMhUwaszdUWUk+2RB52ZNn4IFrgRvIEVSSwU1vCCEdhAQ9sADYRpLhJJvSuSEa12IM4ESqpR84FRczgAOb4ieYEW3SoTp6E4VLaFtMwAArOJ3sySV5MZKwwzra01EywYpNk7CUaTEiXiAjXMYArWkfsNaeAuoshOlgn1ZafpVMVAQJTFBC1ZiHAxqhNoNtmfV5MimTB3GhGupgKiehHtpIwrZRIjqiJFqiIzpcsLOYnPehLNqiLvqiMBqjMjqjNFqjNnqjOJqjOrqjPNqjPvqjQBqkQjqkRFqkRnqkSJqkSrqkTNqkTpqjgQAAOw=="/>
  <p:tag name="MIO_MST_COLOR_1" val="0,0,0,Dark 1"/>
  <p:tag name="MIO_MST_COLOR_2" val="255,255,255,Light 1"/>
  <p:tag name="MIO_MST_COLOR_3" val="255,255,255,Dark 2"/>
  <p:tag name="MIO_MST_COLOR_4" val="235,235,235,Light 2"/>
  <p:tag name="MIO_MST_COLOR_5" val="255,165,0,Accent 1"/>
  <p:tag name="MIO_MST_COLOR_6" val="191,115,0,Accent 2"/>
  <p:tag name="MIO_MST_COLOR_7" val="226,135,0,Accent 3"/>
  <p:tag name="MIO_MST_COLOR_8" val="255,194,102,Accent 4"/>
  <p:tag name="MIO_MST_COLOR_9" val="95,95,95,Accent 5"/>
  <p:tag name="MIO_MST_COLOR_10" val="38,38,38,Accent 6"/>
  <p:tag name="MIO_MST_COLOR_11" val="255,165,0,"/>
  <p:tag name="MIO_MST_COLOR_12" val="119,119,119,"/>
  <p:tag name="MIO_HDS" val="True"/>
  <p:tag name="MIO_EK" val="7226"/>
  <p:tag name="MIO_UPDATE" val="True"/>
  <p:tag name="MIO_VERSION" val="17.03.2014 13:10:57"/>
  <p:tag name="MIO_DBID" val="ED9FF2F2-6643-46BA-B685-7D49126FFAFF"/>
</p:tagLst>
</file>

<file path=ppt/tags/tag2.xml><?xml version="1.0" encoding="utf-8"?>
<p:tagLst xmlns:p="http://schemas.openxmlformats.org/presentationml/2006/main">
  <p:tag name="KSO_WM_TEMPLATE_TOPIC_ID" val="2869567"/>
  <p:tag name="KSO_WM_TEMPLATE_OUTLINE_ID" val="15"/>
  <p:tag name="KSO_WM_TEMPLATE_SCENE_ID" val="1"/>
  <p:tag name="KSO_WM_TEMPLATE_JOB_ID" val="2"/>
  <p:tag name="KSO_WM_TEMPLATE_TOPIC_DEFAULT" val="1"/>
</p:tagLst>
</file>

<file path=ppt/tags/tag3.xml><?xml version="1.0" encoding="utf-8"?>
<p:tagLst xmlns:p="http://schemas.openxmlformats.org/presentationml/2006/main">
  <p:tag name="KSO_WM_UNIT_TABLE_BEAUTIFY" val="smartTable{5ddcbd42-a4de-45d8-be08-7442f165ebc1}"/>
  <p:tag name="TABLE_ENDDRAG_ORIGIN_RECT" val="618*301"/>
  <p:tag name="TABLE_ENDDRAG_RECT" val="42*95*618*301"/>
</p:tagLst>
</file>

<file path=ppt/tags/tag4.xml><?xml version="1.0" encoding="utf-8"?>
<p:tagLst xmlns:p="http://schemas.openxmlformats.org/presentationml/2006/main">
  <p:tag name="KSO_WM_UNIT_TABLE_BEAUTIFY" val="smartTable{51297203-e14e-4962-97a8-b09a129983b4}"/>
  <p:tag name="TABLE_ENDDRAG_ORIGIN_RECT" val="627*232"/>
  <p:tag name="TABLE_ENDDRAG_RECT" val="33*131*627*232"/>
</p:tagLst>
</file>

<file path=ppt/tags/tag5.xml><?xml version="1.0" encoding="utf-8"?>
<p:tagLst xmlns:p="http://schemas.openxmlformats.org/presentationml/2006/main">
  <p:tag name="TABLE_ENDDRAG_ORIGIN_RECT" val="628*266"/>
  <p:tag name="TABLE_ENDDRAG_RECT" val="53*109*628*266"/>
</p:tagLst>
</file>

<file path=ppt/tags/tag6.xml><?xml version="1.0" encoding="utf-8"?>
<p:tagLst xmlns:p="http://schemas.openxmlformats.org/presentationml/2006/main">
  <p:tag name="TABLE_ENDDRAG_ORIGIN_RECT" val="628*266"/>
  <p:tag name="TABLE_ENDDRAG_RECT" val="53*109*628*266"/>
</p:tagLst>
</file>

<file path=ppt/tags/tag7.xml><?xml version="1.0" encoding="utf-8"?>
<p:tagLst xmlns:p="http://schemas.openxmlformats.org/presentationml/2006/main">
  <p:tag name="KSO_WM_DOC_GUID" val="{40083ee8-aa06-44b7-a7e8-ab89c988e4c1}"/>
  <p:tag name="COMMONDATA" val="eyJoZGlkIjoiNDczMzRkMDEwOTFhZTk1ZGUyODdlZTI0NjFjODRiZjYifQ=="/>
</p:tagLst>
</file>

<file path=ppt/theme/theme1.xml><?xml version="1.0" encoding="utf-8"?>
<a:theme xmlns:a="http://schemas.openxmlformats.org/drawingml/2006/main" name="自定义设计方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Continental AG, 4x3">
  <a:themeElements>
    <a:clrScheme name="Continental 2013-06-21">
      <a:dk1>
        <a:srgbClr val="000000"/>
      </a:dk1>
      <a:lt1>
        <a:srgbClr val="FFFFFF"/>
      </a:lt1>
      <a:dk2>
        <a:srgbClr val="FFFFFF"/>
      </a:dk2>
      <a:lt2>
        <a:srgbClr val="EBEBEB"/>
      </a:lt2>
      <a:accent1>
        <a:srgbClr val="FFA500"/>
      </a:accent1>
      <a:accent2>
        <a:srgbClr val="BF7300"/>
      </a:accent2>
      <a:accent3>
        <a:srgbClr val="E28700"/>
      </a:accent3>
      <a:accent4>
        <a:srgbClr val="FFC266"/>
      </a:accent4>
      <a:accent5>
        <a:srgbClr val="5F5F5F"/>
      </a:accent5>
      <a:accent6>
        <a:srgbClr val="262626"/>
      </a:accent6>
      <a:hlink>
        <a:srgbClr val="FFA500"/>
      </a:hlink>
      <a:folHlink>
        <a:srgbClr val="777777"/>
      </a:folHlink>
    </a:clrScheme>
    <a:fontScheme name="Continental AG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1"/>
        </a:solidFill>
        <a:ln w="9525">
          <a:solidFill>
            <a:schemeClr val="tx1"/>
          </a:solidFill>
        </a:ln>
      </a:spPr>
      <a:bodyPr rtlCol="0" anchor="ctr"/>
      <a:lstStyle>
        <a:defPPr algn="ctr">
          <a:defRPr sz="1600" dirty="0" err="1" smtClean="0">
            <a:solidFill>
              <a:schemeClr val="bg2">
                <a:lumMod val="10000"/>
              </a:schemeClr>
            </a:solidFill>
          </a:defRPr>
        </a:defPPr>
      </a:lstStyle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spDef>
    <a:lnDef>
      <a:spPr>
        <a:ln w="9525"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Larissa-Design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1015</Words>
  <Application>WPS 演示</Application>
  <PresentationFormat>全屏显示(16:9)</PresentationFormat>
  <Paragraphs>331</Paragraphs>
  <Slides>15</Slides>
  <Notes>30</Notes>
  <HiddenSlides>0</HiddenSlides>
  <MMClips>1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15</vt:i4>
      </vt:variant>
    </vt:vector>
  </HeadingPairs>
  <TitlesOfParts>
    <vt:vector size="26" baseType="lpstr">
      <vt:lpstr>Arial</vt:lpstr>
      <vt:lpstr>宋体</vt:lpstr>
      <vt:lpstr>Wingdings</vt:lpstr>
      <vt:lpstr>Calibri</vt:lpstr>
      <vt:lpstr>微软雅黑</vt:lpstr>
      <vt:lpstr>黑体</vt:lpstr>
      <vt:lpstr>Droid Sans</vt:lpstr>
      <vt:lpstr>Segoe Print</vt:lpstr>
      <vt:lpstr>Arial Unicode MS</vt:lpstr>
      <vt:lpstr>自定义设计方案</vt:lpstr>
      <vt:lpstr>Continental AG, 4x3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Continental AG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Folie 1</dc:title>
  <dc:creator>Christian Brandt</dc:creator>
  <cp:lastModifiedBy>QX</cp:lastModifiedBy>
  <cp:revision>2532</cp:revision>
  <dcterms:created xsi:type="dcterms:W3CDTF">2014-03-17T12:10:00Z</dcterms:created>
  <dcterms:modified xsi:type="dcterms:W3CDTF">2026-08-06T05:39:07Z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XPowerLiteLastOptimized">
    <vt:lpwstr>10118126</vt:lpwstr>
  </property>
  <property fmtid="{D5CDD505-2E9C-101B-9397-08002B2CF9AE}" pid="3" name="NXPowerLiteSettings">
    <vt:lpwstr>F980073804F000</vt:lpwstr>
  </property>
  <property fmtid="{D5CDD505-2E9C-101B-9397-08002B2CF9AE}" pid="4" name="NXPowerLiteVersion">
    <vt:lpwstr>D6.0.7</vt:lpwstr>
  </property>
  <property fmtid="{D5CDD505-2E9C-101B-9397-08002B2CF9AE}" pid="5" name="KSOProductBuildVer">
    <vt:lpwstr>2052-12.8.2.18205</vt:lpwstr>
  </property>
  <property fmtid="{D5CDD505-2E9C-101B-9397-08002B2CF9AE}" pid="6" name="KSORubyTemplateID">
    <vt:lpwstr>2</vt:lpwstr>
  </property>
  <property fmtid="{D5CDD505-2E9C-101B-9397-08002B2CF9AE}" pid="7" name="ICV">
    <vt:lpwstr>CCC246C256314628A6C130D194D4B9F2_13</vt:lpwstr>
  </property>
</Properties>
</file>